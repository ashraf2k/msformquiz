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372b1bf-37fa-a554-fd94-d4c7adb32487}">
          <p14:sldIdLst>
            <p14:sldId id="256"/>
            <p14:sldId id="257"/>
            <p14:sldId id="258"/>
          </p14:sldIdLst>
        </p14:section>
        <p14:section name="Creating the quiz" id="{b59c47c7-e204-f99e-d616-2d276540321f}">
          <p14:sldIdLst>
            <p14:sldId id="259"/>
            <p14:sldId id="260"/>
            <p14:sldId id="261"/>
          </p14:sldIdLst>
        </p14:section>
        <p14:section name="Questions and points" id="{ff232879-6207-fe15-7a66-c33f6d60c5bb}">
          <p14:sldIdLst>
            <p14:sldId id="262"/>
            <p14:sldId id="263"/>
            <p14:sldId id="264"/>
          </p14:sldIdLst>
        </p14:section>
        <p14:section name="Settings" id="{53a13312-b99a-e076-306a-a325dcdc0fde}">
          <p14:sldIdLst>
            <p14:sldId id="265"/>
            <p14:sldId id="266"/>
            <p14:sldId id="267"/>
          </p14:sldIdLst>
        </p14:section>
        <p14:section name="Review and release" id="{e9af6040-3ab1-686b-007c-6300c544adbb}">
          <p14:sldIdLst>
            <p14:sldId id="268"/>
            <p14:sldId id="269"/>
          </p14:sldIdLst>
        </p14:section>
        <p14:section name="During and after the test" id="{5b83208f-866d-b2db-b189-d7c007c72e42}">
          <p14:sldIdLst>
            <p14:sldId id="270"/>
            <p14:sldId id="271"/>
            <p14:sldId id="272"/>
          </p14:sldIdLst>
        </p14:section>
        <p14:section name="Summary" id="{d30665e4-981a-d591-35df-52bacbefbb8a}">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this step-by-step tutorial on creating the Mid-Semester 1 test for the 2026–2027 academic year using Microsoft Forms. We will follow every requirement in the approved operational guidelines.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remember four mandatory requirements. First, the test is designed to take about 30 minutes. Second, the timer in Forms is set to 50 minutes so students can review and submit their answers. Third, the test is available only during Zero Period, from 8:00 to 8:50 am. Fourth, no test is released until the Head of Department has reviewed and approved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full workflow in eight steps: sign in, create a New Quiz, add the title and student instructions, add the questions and points, configure the settings, preview and trial the quiz, send it to the HoD for approval, and finally release the response link at the scheduled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open Microsoft Forms and sign in with your official school Microsoft 365 account, not a personal account. Forms has a new address, forms.cloud.microsoft, but it is the same app. On the home page, click New Quiz. Do not use New Form, because a regular form does not support points or correct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click the title and type it in the approved format: Mid-Semester 1 Test, the academic year, then the subject, grade and section. For example: Biology, Grade 10, Boys. A consistent title makes tracking and record-keeping easier for the 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three: paste the nine standard student instructions into the description box under the title. Change only subject-specific details or permissions approved by the HoD. The instructions cover signing in with the school account, working independently, not using resources or AI tools, watching the timer because a timed quiz may auto-submit, not sharing questions or the link, and reporting technical problems immediately.
--- Student instructions to paste in the quiz description ---
1. Sign in using your official school Microsoft 365 account and check that you have opened the correct test.
2. Read every question carefully and follow the instructions provided.
3. Complete your work independently. Do not communicate with other students or receive unauthorised assistance.
4. Do not use notes, textbooks, websites, AI tools, or other resources unless your teacher expressly permits them.
5. Check your internet connection and device before starting.
6. Monitor the timer and submit before the authorised deadline. A timed quiz may auto-submit when time expires.
7. Do not share questions, screenshots, answers, or the test link with anyone.
8. Report technical difficulties immediately to your teacher or head of section.
9. Academic misconduct or impersonation will be addressed under school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four: add questions with the Add new button. Use Choice for multiple choice with one clearly correct answer, and for True/False with precise statements. Use Text for short answers and specify the required format; use a long-answer Text question for extended responses and prepare a model answer or rubric. For numerical and image-based questions, include all values, units and readable diagrams.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every question, mark the correct answer and enter the points value; the points are shown to students next to each question. Turn on Required for assessed items. From the three-dot menu you can turn on Shuffle options, but watch out for options such as All of the above. Finally, check that the points add up to the approved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moving to settings, review content quality. Every question must align with the approved Scheme of Work and content taught by the test date. Balance knowledge, understanding, application and higher-order thinking. Avoid ambiguity, tricky distractors and repeated items. Check spelling, terminology, formulas and diagrams, and coordinate with colleagues teaching the same subject and 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five: settings. Click the three dots at the top of the page, then Settings. Under Who can fill out this form, choose Only people in my organization can respond. Then turn on Record name so each response is linked to the signed-in student, and One response per person to prevent repeat submissions.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Options for responses: keep Accept responses on. Turn on Start date and set it to the test day at 8:00 am, and End date to the same day at 8:50 am. Turn on Set time duration and enter 50 minutes. Use Shuffle questions where appropriate. Under quiz options, switch Show results automatically off so scores and correct answers are not released immediately. If the time field will not accept 8:50, tell your HoD before test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summary of the mandatory settings. Use this slide as a quick checklist and verify every setting before sending the quiz to the 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six: preview and trial. Click Preview and view the quiz as a student on both computer and mobile. Check that images, mathematical symbols, units and scientific notation display correctly. Then complete a full trial using a separate copy of the quiz or an approved test account, so trial responses do not affect student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seven and eight: send the quiz link and marking information to the HoD by the deadline and make all requested changes. After final approval, click Collect responses and copy the response link only. Never share an edit or collaboration link with students. Do not change the content, points or access window after approval without permission.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the test: be on time, release the correct link at the start time, record attendance and monitor submissions against the class list. Give technical support without explaining answers. If a student cannot open the quiz, check the link and signed-in account. For connection problems or accidental early submission, record the incident and refer any request for a second attempt or extra time to the HoD. Do not promise extra time or reopen the test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test: open the Responses tab, match the number of responses to attendance and investigate any missing ones. Review the automatic scores, mark written answers manually and keep a record of any change. Export the results to Excel, save them in the approved secure departmental folder, and submit verified marks with a brief report of absences and incidents to the HoD. Remember: you remain responsible for the marks, even when Forms scores a question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checklist the HoD completes before approving each test. Go through it yourself before submitting; every item must be complete before the test can be approved and released.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New Quiz with your school account, a 50-minute timer, availability from 8:00 to 8:50, results hidden, and HoD approval before release. Any concern that could affect test quality, fairness, accessibility or the integrity of results must be raised with the heads of sections immediately. Thank you, and good luck to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4F52"/>
        </a:solidFill>
      </p:bgPr>
    </p:bg>
    <p:spTree>
      <p:nvGrpSpPr>
        <p:cNvPr id="1" name=""/>
        <p:cNvGrpSpPr/>
        <p:nvPr/>
      </p:nvGrpSpPr>
      <p:grpSpPr>
        <a:xfrm>
          <a:off x="0" y="0"/>
          <a:ext cx="0" cy="0"/>
          <a:chOff x="0" y="0"/>
          <a:chExt cx="0" cy="0"/>
        </a:xfrm>
      </p:grpSpPr>
      <p:sp>
        <p:nvSpPr>
          <p:cNvPr id="2" name="Text 0"/>
          <p:cNvSpPr/>
          <p:nvPr/>
        </p:nvSpPr>
        <p:spPr>
          <a:xfrm>
            <a:off x="3355848" y="6419088"/>
            <a:ext cx="5486400" cy="310896"/>
          </a:xfrm>
          <a:prstGeom prst="rect">
            <a:avLst/>
          </a:prstGeom>
          <a:noFill/>
          <a:ln/>
        </p:spPr>
        <p:txBody>
          <a:bodyPr wrap="square" lIns="0" tIns="0" rIns="0" bIns="0" rtlCol="0" anchor="ctr"/>
          <a:lstStyle/>
          <a:p>
            <a:pPr algn="ctr" indent="0" marL="0">
              <a:buNone/>
            </a:pPr>
            <a:r>
              <a:rPr lang="en-US" sz="1100" b="1" dirty="0">
                <a:solidFill>
                  <a:srgbClr val="CFE6E6"/>
                </a:solidFill>
              </a:rPr>
              <a:t>Created by: Mr. Ashraf Elbialy</a:t>
            </a:r>
            <a:endParaRPr lang="en-US" sz="1100" dirty="0"/>
          </a:p>
        </p:txBody>
      </p:sp>
      <p:sp>
        <p:nvSpPr>
          <p:cNvPr id="25" name="Slide Number Placeholder 0"/>
          <p:cNvSpPr>
            <a:spLocks noGrp="1"/>
          </p:cNvSpPr>
          <p:nvPr>
            <p:ph type="sldNum" sz="quarter" idx="4294967295"/>
          </p:nvPr>
        </p:nvSpPr>
        <p:spPr>
          <a:xfrm>
            <a:off x="11201400" y="6419088"/>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CFE6E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355848" y="6419088"/>
            <a:ext cx="5486400" cy="310896"/>
          </a:xfrm>
          <a:prstGeom prst="rect">
            <a:avLst/>
          </a:prstGeom>
          <a:noFill/>
          <a:ln/>
        </p:spPr>
        <p:txBody>
          <a:bodyPr wrap="square" lIns="0" tIns="0" rIns="0" bIns="0" rtlCol="0" anchor="ctr"/>
          <a:lstStyle/>
          <a:p>
            <a:pPr algn="ctr" indent="0" marL="0">
              <a:buNone/>
            </a:pPr>
            <a:r>
              <a:rPr lang="en-US" sz="1100" b="1" dirty="0">
                <a:solidFill>
                  <a:srgbClr val="6B7A85"/>
                </a:solidFill>
              </a:rPr>
              <a:t>Created by: Mr. Ashraf Elbialy</a:t>
            </a:r>
            <a:endParaRPr lang="en-US" sz="1100" dirty="0"/>
          </a:p>
        </p:txBody>
      </p:sp>
      <p:sp>
        <p:nvSpPr>
          <p:cNvPr id="3" name="Text 1"/>
          <p:cNvSpPr/>
          <p:nvPr>
            <p:ph idx="101" type="title" hasCustomPrompt="1"/>
          </p:nvPr>
        </p:nvSpPr>
        <p:spPr>
          <a:xfrm>
            <a:off x="1307592" y="347472"/>
            <a:ext cx="10332720" cy="777240"/>
          </a:xfrm>
          <a:prstGeom prst="rect">
            <a:avLst/>
          </a:prstGeom>
          <a:noFill/>
          <a:ln/>
        </p:spPr>
        <p:txBody>
          <a:bodyPr wrap="square" rtlCol="0"/>
          <a:lstStyle>
            <a:lvl1pPr algn="l" indent="0" marL="0">
              <a:buNone/>
              <a:defRPr lang="en-US" alt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201400" y="6419088"/>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6B7A8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19088"/>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CFE6E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3.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3.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3.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3.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3.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slideLayout" Target="../slideLayouts/slideLayout3.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image" Target="../media/image-17-13.png"/><Relationship Id="rId14" Type="http://schemas.openxmlformats.org/officeDocument/2006/relationships/image" Target="../media/image-17-14.png"/><Relationship Id="rId15" Type="http://schemas.openxmlformats.org/officeDocument/2006/relationships/image" Target="../media/image-17-15.png"/><Relationship Id="rId16" Type="http://schemas.openxmlformats.org/officeDocument/2006/relationships/slideLayout" Target="../slideLayouts/slideLayout3.xml"/><Relationship Id="rId1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2.xml"/><Relationship Id="rId7"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o-circle"/>
          <p:cNvSpPr/>
          <p:nvPr/>
        </p:nvSpPr>
        <p:spPr>
          <a:xfrm>
            <a:off x="8625535" y="3291840"/>
            <a:ext cx="5029200" cy="5029200"/>
          </a:xfrm>
          <a:prstGeom prst="ellipse">
            <a:avLst/>
          </a:prstGeom>
          <a:solidFill>
            <a:schemeClr val="accent1">
              <a:alpha val="45000"/>
            </a:schemeClr>
          </a:solidFill>
          <a:ln/>
        </p:spPr>
      </p:sp>
      <p:sp>
        <p:nvSpPr>
          <p:cNvPr id="3" name="quiz-illustration"/>
          <p:cNvSpPr/>
          <p:nvPr/>
        </p:nvSpPr>
        <p:spPr>
          <a:xfrm>
            <a:off x="7802575" y="1234440"/>
            <a:ext cx="3566160" cy="4023360"/>
          </a:xfrm>
          <a:prstGeom prst="roundRect">
            <a:avLst>
              <a:gd name="adj" fmla="val 3846"/>
            </a:avLst>
          </a:prstGeom>
          <a:solidFill>
            <a:srgbClr val="FFFFFF"/>
          </a:solidFill>
          <a:ln/>
          <a:effectLst>
            <a:outerShdw sx="100000" sy="100000" kx="0" ky="0" algn="bl" rotWithShape="0" blurRad="76200" dist="25400" dir="5400000">
              <a:srgbClr val="000000">
                <a:alpha val="14000"/>
              </a:srgbClr>
            </a:outerShdw>
          </a:effectLst>
        </p:spPr>
      </p:sp>
      <p:sp>
        <p:nvSpPr>
          <p:cNvPr id="4" name="Shape 2"/>
          <p:cNvSpPr/>
          <p:nvPr/>
        </p:nvSpPr>
        <p:spPr>
          <a:xfrm>
            <a:off x="8076895" y="1508760"/>
            <a:ext cx="1737360" cy="457200"/>
          </a:xfrm>
          <a:prstGeom prst="roundRect">
            <a:avLst>
              <a:gd name="adj" fmla="val 50000"/>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8186623" y="1600200"/>
            <a:ext cx="274320" cy="274320"/>
          </a:xfrm>
          <a:prstGeom prst="rect">
            <a:avLst/>
          </a:prstGeom>
        </p:spPr>
      </p:pic>
      <p:sp>
        <p:nvSpPr>
          <p:cNvPr id="6" name="Text 3"/>
          <p:cNvSpPr txBox="1"/>
          <p:nvPr/>
        </p:nvSpPr>
        <p:spPr>
          <a:xfrm>
            <a:off x="8515807" y="1508760"/>
            <a:ext cx="1280160" cy="457200"/>
          </a:xfrm>
          <a:prstGeom prst="rect">
            <a:avLst/>
          </a:prstGeom>
          <a:noFill/>
          <a:ln/>
        </p:spPr>
        <p:txBody>
          <a:bodyPr wrap="square" lIns="0" tIns="0" rIns="0" bIns="0" rtlCol="0" anchor="ctr"/>
          <a:lstStyle/>
          <a:p>
            <a:pPr algn="l" indent="0" marL="0">
              <a:buNone/>
            </a:pPr>
            <a:r>
              <a:rPr lang="en-US" altLang="en-US" sz="1400" b="1" dirty="0">
                <a:solidFill>
                  <a:srgbClr val="FFFFFF"/>
                </a:solidFill>
                <a:latin typeface="Arial" pitchFamily="34" charset="0"/>
                <a:ea typeface="Arial" pitchFamily="34" charset="-122"/>
                <a:cs typeface="Arial" pitchFamily="34" charset="-120"/>
              </a:rPr>
              <a:t>New Quiz</a:t>
            </a:r>
            <a:endParaRPr lang="en-US" sz="1400" dirty="0"/>
          </a:p>
        </p:txBody>
      </p:sp>
      <p:sp>
        <p:nvSpPr>
          <p:cNvPr id="7" name="Shape 4"/>
          <p:cNvSpPr/>
          <p:nvPr/>
        </p:nvSpPr>
        <p:spPr>
          <a:xfrm>
            <a:off x="8076895" y="2286000"/>
            <a:ext cx="347472" cy="347472"/>
          </a:xfrm>
          <a:prstGeom prst="ellipse">
            <a:avLst/>
          </a:prstGeom>
          <a:solidFill>
            <a:srgbClr val="2E8B57"/>
          </a:solidFill>
          <a:ln/>
        </p:spPr>
      </p:sp>
      <p:pic>
        <p:nvPicPr>
          <p:cNvPr id="8" name="Image 1" descr="preencoded.png">    </p:cNvPr>
          <p:cNvPicPr>
            <a:picLocks noChangeAspect="1"/>
          </p:cNvPicPr>
          <p:nvPr/>
        </p:nvPicPr>
        <p:blipFill>
          <a:blip r:embed="rId2"/>
          <a:stretch>
            <a:fillRect/>
          </a:stretch>
        </p:blipFill>
        <p:spPr>
          <a:xfrm>
            <a:off x="8140903" y="2350008"/>
            <a:ext cx="219456" cy="219456"/>
          </a:xfrm>
          <a:prstGeom prst="rect">
            <a:avLst/>
          </a:prstGeom>
        </p:spPr>
      </p:pic>
      <p:sp>
        <p:nvSpPr>
          <p:cNvPr id="9" name="Shape 5"/>
          <p:cNvSpPr/>
          <p:nvPr/>
        </p:nvSpPr>
        <p:spPr>
          <a:xfrm>
            <a:off x="8579815" y="2295144"/>
            <a:ext cx="2468880" cy="128016"/>
          </a:xfrm>
          <a:prstGeom prst="roundRect">
            <a:avLst>
              <a:gd name="adj" fmla="val 50000"/>
            </a:avLst>
          </a:prstGeom>
          <a:solidFill>
            <a:srgbClr val="D9E3E6"/>
          </a:solidFill>
          <a:ln/>
        </p:spPr>
      </p:sp>
      <p:sp>
        <p:nvSpPr>
          <p:cNvPr id="10" name="Shape 6"/>
          <p:cNvSpPr/>
          <p:nvPr/>
        </p:nvSpPr>
        <p:spPr>
          <a:xfrm>
            <a:off x="8579815" y="2514600"/>
            <a:ext cx="1645920" cy="109728"/>
          </a:xfrm>
          <a:prstGeom prst="roundRect">
            <a:avLst>
              <a:gd name="adj" fmla="val 50000"/>
            </a:avLst>
          </a:prstGeom>
          <a:solidFill>
            <a:srgbClr val="EEF2F3"/>
          </a:solidFill>
          <a:ln/>
        </p:spPr>
      </p:sp>
      <p:sp>
        <p:nvSpPr>
          <p:cNvPr id="11" name="Shape 7"/>
          <p:cNvSpPr/>
          <p:nvPr/>
        </p:nvSpPr>
        <p:spPr>
          <a:xfrm>
            <a:off x="8076895" y="3017520"/>
            <a:ext cx="347472" cy="347472"/>
          </a:xfrm>
          <a:prstGeom prst="ellipse">
            <a:avLst/>
          </a:prstGeom>
          <a:solidFill>
            <a:srgbClr val="2E8B57"/>
          </a:solidFill>
          <a:ln/>
        </p:spPr>
      </p:sp>
      <p:pic>
        <p:nvPicPr>
          <p:cNvPr id="12" name="Image 2" descr="preencoded.png">    </p:cNvPr>
          <p:cNvPicPr>
            <a:picLocks noChangeAspect="1"/>
          </p:cNvPicPr>
          <p:nvPr/>
        </p:nvPicPr>
        <p:blipFill>
          <a:blip r:embed="rId3"/>
          <a:stretch>
            <a:fillRect/>
          </a:stretch>
        </p:blipFill>
        <p:spPr>
          <a:xfrm>
            <a:off x="8140903" y="3081528"/>
            <a:ext cx="219456" cy="219456"/>
          </a:xfrm>
          <a:prstGeom prst="rect">
            <a:avLst/>
          </a:prstGeom>
        </p:spPr>
      </p:pic>
      <p:sp>
        <p:nvSpPr>
          <p:cNvPr id="13" name="Shape 8"/>
          <p:cNvSpPr/>
          <p:nvPr/>
        </p:nvSpPr>
        <p:spPr>
          <a:xfrm>
            <a:off x="8579815" y="3026664"/>
            <a:ext cx="2468880" cy="128016"/>
          </a:xfrm>
          <a:prstGeom prst="roundRect">
            <a:avLst>
              <a:gd name="adj" fmla="val 50000"/>
            </a:avLst>
          </a:prstGeom>
          <a:solidFill>
            <a:srgbClr val="D9E3E6"/>
          </a:solidFill>
          <a:ln/>
        </p:spPr>
      </p:sp>
      <p:sp>
        <p:nvSpPr>
          <p:cNvPr id="14" name="Shape 9"/>
          <p:cNvSpPr/>
          <p:nvPr/>
        </p:nvSpPr>
        <p:spPr>
          <a:xfrm>
            <a:off x="8579815" y="3246120"/>
            <a:ext cx="1645920" cy="109728"/>
          </a:xfrm>
          <a:prstGeom prst="roundRect">
            <a:avLst>
              <a:gd name="adj" fmla="val 50000"/>
            </a:avLst>
          </a:prstGeom>
          <a:solidFill>
            <a:srgbClr val="EEF2F3"/>
          </a:solidFill>
          <a:ln/>
        </p:spPr>
      </p:sp>
      <p:sp>
        <p:nvSpPr>
          <p:cNvPr id="15" name="Shape 10"/>
          <p:cNvSpPr/>
          <p:nvPr/>
        </p:nvSpPr>
        <p:spPr>
          <a:xfrm>
            <a:off x="8076895" y="3749040"/>
            <a:ext cx="347472" cy="347472"/>
          </a:xfrm>
          <a:prstGeom prst="ellipse">
            <a:avLst/>
          </a:prstGeom>
          <a:solidFill>
            <a:srgbClr val="C0392B"/>
          </a:solidFill>
          <a:ln/>
        </p:spPr>
      </p:sp>
      <p:pic>
        <p:nvPicPr>
          <p:cNvPr id="16" name="Image 3" descr="preencoded.png">    </p:cNvPr>
          <p:cNvPicPr>
            <a:picLocks noChangeAspect="1"/>
          </p:cNvPicPr>
          <p:nvPr/>
        </p:nvPicPr>
        <p:blipFill>
          <a:blip r:embed="rId4"/>
          <a:stretch>
            <a:fillRect/>
          </a:stretch>
        </p:blipFill>
        <p:spPr>
          <a:xfrm>
            <a:off x="8140903" y="3813048"/>
            <a:ext cx="219456" cy="219456"/>
          </a:xfrm>
          <a:prstGeom prst="rect">
            <a:avLst/>
          </a:prstGeom>
        </p:spPr>
      </p:pic>
      <p:sp>
        <p:nvSpPr>
          <p:cNvPr id="17" name="Shape 11"/>
          <p:cNvSpPr/>
          <p:nvPr/>
        </p:nvSpPr>
        <p:spPr>
          <a:xfrm>
            <a:off x="8579815" y="3758184"/>
            <a:ext cx="2468880" cy="128016"/>
          </a:xfrm>
          <a:prstGeom prst="roundRect">
            <a:avLst>
              <a:gd name="adj" fmla="val 50000"/>
            </a:avLst>
          </a:prstGeom>
          <a:solidFill>
            <a:srgbClr val="D9E3E6"/>
          </a:solidFill>
          <a:ln/>
        </p:spPr>
      </p:sp>
      <p:sp>
        <p:nvSpPr>
          <p:cNvPr id="18" name="Shape 12"/>
          <p:cNvSpPr/>
          <p:nvPr/>
        </p:nvSpPr>
        <p:spPr>
          <a:xfrm>
            <a:off x="8579815" y="3977640"/>
            <a:ext cx="1645920" cy="109728"/>
          </a:xfrm>
          <a:prstGeom prst="roundRect">
            <a:avLst>
              <a:gd name="adj" fmla="val 50000"/>
            </a:avLst>
          </a:prstGeom>
          <a:solidFill>
            <a:srgbClr val="EEF2F3"/>
          </a:solidFill>
          <a:ln/>
        </p:spPr>
      </p:sp>
      <p:sp>
        <p:nvSpPr>
          <p:cNvPr id="19" name="Shape 13"/>
          <p:cNvSpPr/>
          <p:nvPr/>
        </p:nvSpPr>
        <p:spPr>
          <a:xfrm>
            <a:off x="8076895" y="4480560"/>
            <a:ext cx="347472" cy="347472"/>
          </a:xfrm>
          <a:prstGeom prst="ellipse">
            <a:avLst/>
          </a:prstGeom>
          <a:solidFill>
            <a:srgbClr val="2E8B57"/>
          </a:solidFill>
          <a:ln/>
        </p:spPr>
      </p:sp>
      <p:pic>
        <p:nvPicPr>
          <p:cNvPr id="20" name="Image 4" descr="preencoded.png">    </p:cNvPr>
          <p:cNvPicPr>
            <a:picLocks noChangeAspect="1"/>
          </p:cNvPicPr>
          <p:nvPr/>
        </p:nvPicPr>
        <p:blipFill>
          <a:blip r:embed="rId5"/>
          <a:stretch>
            <a:fillRect/>
          </a:stretch>
        </p:blipFill>
        <p:spPr>
          <a:xfrm>
            <a:off x="8140903" y="4544568"/>
            <a:ext cx="219456" cy="219456"/>
          </a:xfrm>
          <a:prstGeom prst="rect">
            <a:avLst/>
          </a:prstGeom>
        </p:spPr>
      </p:pic>
      <p:sp>
        <p:nvSpPr>
          <p:cNvPr id="21" name="Shape 14"/>
          <p:cNvSpPr/>
          <p:nvPr/>
        </p:nvSpPr>
        <p:spPr>
          <a:xfrm>
            <a:off x="8579815" y="4489704"/>
            <a:ext cx="2468880" cy="128016"/>
          </a:xfrm>
          <a:prstGeom prst="roundRect">
            <a:avLst>
              <a:gd name="adj" fmla="val 50000"/>
            </a:avLst>
          </a:prstGeom>
          <a:solidFill>
            <a:srgbClr val="D9E3E6"/>
          </a:solidFill>
          <a:ln/>
        </p:spPr>
      </p:sp>
      <p:sp>
        <p:nvSpPr>
          <p:cNvPr id="22" name="Shape 15"/>
          <p:cNvSpPr/>
          <p:nvPr/>
        </p:nvSpPr>
        <p:spPr>
          <a:xfrm>
            <a:off x="8579815" y="4709160"/>
            <a:ext cx="1645920" cy="109728"/>
          </a:xfrm>
          <a:prstGeom prst="roundRect">
            <a:avLst>
              <a:gd name="adj" fmla="val 50000"/>
            </a:avLst>
          </a:prstGeom>
          <a:solidFill>
            <a:srgbClr val="EEF2F3"/>
          </a:solidFill>
          <a:ln/>
        </p:spPr>
      </p:sp>
      <p:sp>
        <p:nvSpPr>
          <p:cNvPr id="23" name="Text 16"/>
          <p:cNvSpPr txBox="1"/>
          <p:nvPr/>
        </p:nvSpPr>
        <p:spPr>
          <a:xfrm>
            <a:off x="578815" y="1325880"/>
            <a:ext cx="6675120" cy="411480"/>
          </a:xfrm>
          <a:prstGeom prst="rect">
            <a:avLst/>
          </a:prstGeom>
          <a:noFill/>
          <a:ln/>
        </p:spPr>
        <p:txBody>
          <a:bodyPr wrap="square" lIns="0" tIns="0" rIns="0" bIns="0" rtlCol="0" anchor="t"/>
          <a:lstStyle/>
          <a:p>
            <a:pPr algn="l" indent="0" marL="0">
              <a:buNone/>
            </a:pPr>
            <a:r>
              <a:rPr lang="en-US" altLang="en-US" sz="1600" b="1" dirty="0">
                <a:solidFill>
                  <a:schemeClr val="accent2"/>
                </a:solidFill>
                <a:latin typeface="Arial" pitchFamily="34" charset="0"/>
                <a:ea typeface="Arial" pitchFamily="34" charset="-122"/>
                <a:cs typeface="Arial" pitchFamily="34" charset="-120"/>
              </a:rPr>
              <a:t>Guide for Teachers and HoDs | Academic Year 2026–2027</a:t>
            </a:r>
            <a:endParaRPr lang="en-US" sz="1600" dirty="0"/>
          </a:p>
        </p:txBody>
      </p:sp>
      <p:sp>
        <p:nvSpPr>
          <p:cNvPr id="24" name="Text 17"/>
          <p:cNvSpPr txBox="1"/>
          <p:nvPr/>
        </p:nvSpPr>
        <p:spPr>
          <a:xfrm>
            <a:off x="578815" y="1828800"/>
            <a:ext cx="6675120" cy="1737360"/>
          </a:xfrm>
          <a:prstGeom prst="rect">
            <a:avLst/>
          </a:prstGeom>
          <a:noFill/>
          <a:ln/>
        </p:spPr>
        <p:txBody>
          <a:bodyPr wrap="square" lIns="0" tIns="0" rIns="0" bIns="0" rtlCol="0" anchor="ctr"/>
          <a:lstStyle/>
          <a:p>
            <a:pPr algn="l" indent="0" marL="0">
              <a:buNone/>
            </a:pPr>
            <a:r>
              <a:rPr lang="en-US" altLang="en-US" sz="3800" b="1" dirty="0">
                <a:solidFill>
                  <a:schemeClr val="bg1"/>
                </a:solidFill>
                <a:latin typeface="Arial" pitchFamily="34" charset="0"/>
                <a:ea typeface="Arial" pitchFamily="34" charset="-122"/>
                <a:cs typeface="Arial" pitchFamily="34" charset="-120"/>
              </a:rPr>
              <a:t>Creating the Mid-Semester 1 Test in Microsoft Forms</a:t>
            </a:r>
            <a:endParaRPr lang="en-US" sz="3800" dirty="0"/>
          </a:p>
        </p:txBody>
      </p:sp>
      <p:sp>
        <p:nvSpPr>
          <p:cNvPr id="25" name="Text 18"/>
          <p:cNvSpPr txBox="1"/>
          <p:nvPr/>
        </p:nvSpPr>
        <p:spPr>
          <a:xfrm>
            <a:off x="578815" y="3749040"/>
            <a:ext cx="6675120" cy="822960"/>
          </a:xfrm>
          <a:prstGeom prst="rect">
            <a:avLst/>
          </a:prstGeom>
          <a:noFill/>
          <a:ln/>
        </p:spPr>
        <p:txBody>
          <a:bodyPr wrap="square" lIns="0" tIns="0" rIns="0" bIns="0" rtlCol="0" anchor="t"/>
          <a:lstStyle/>
          <a:p>
            <a:pPr algn="l" indent="0" marL="0">
              <a:buNone/>
            </a:pPr>
            <a:r>
              <a:rPr lang="en-US" altLang="en-US" sz="1700" dirty="0">
                <a:solidFill>
                  <a:srgbClr val="D7ECEC"/>
                </a:solidFill>
                <a:latin typeface="Arial" pitchFamily="34" charset="0"/>
                <a:ea typeface="Arial" pitchFamily="34" charset="-122"/>
                <a:cs typeface="Arial" pitchFamily="34" charset="-120"/>
              </a:rPr>
              <a:t>A step-by-step guide to New Quiz, following the approved operational guidelines for online Mid-Semester 1 tests</a:t>
            </a:r>
            <a:endParaRPr lang="en-US" sz="1700" dirty="0"/>
          </a:p>
        </p:txBody>
      </p:sp>
      <p:sp>
        <p:nvSpPr>
          <p:cNvPr id="26" name="Text 19"/>
          <p:cNvSpPr txBox="1"/>
          <p:nvPr/>
        </p:nvSpPr>
        <p:spPr>
          <a:xfrm>
            <a:off x="578815" y="4846320"/>
            <a:ext cx="6675120" cy="365760"/>
          </a:xfrm>
          <a:prstGeom prst="rect">
            <a:avLst/>
          </a:prstGeom>
          <a:noFill/>
          <a:ln/>
        </p:spPr>
        <p:txBody>
          <a:bodyPr wrap="square" lIns="0" tIns="0" rIns="0" bIns="0" rtlCol="0" anchor="t"/>
          <a:lstStyle/>
          <a:p>
            <a:pPr algn="l" indent="0" marL="0">
              <a:buNone/>
            </a:pPr>
            <a:r>
              <a:rPr lang="en-US" altLang="en-US" sz="1400" dirty="0">
                <a:solidFill>
                  <a:srgbClr val="CFE6E6"/>
                </a:solidFill>
                <a:latin typeface="Arial" pitchFamily="34" charset="0"/>
                <a:ea typeface="Arial" pitchFamily="34" charset="-122"/>
                <a:cs typeface="Arial" pitchFamily="34" charset="-120"/>
              </a:rPr>
              <a:t>Manarat Al-Riyadh  •  Maarif</a:t>
            </a:r>
            <a:endParaRPr lang="en-US" sz="1400" dirty="0"/>
          </a:p>
        </p:txBody>
      </p:sp>
      <p:sp>
        <p:nvSpPr>
          <p:cNvPr id="27" name="Slide Number Placeholder 0"/>
          <p:cNvSpPr>
            <a:spLocks noGrp="1"/>
          </p:cNvSpPr>
          <p:nvPr>
            <p:ph type="sldNum" sz="quarter" idx="4294967295"/>
          </p:nvPr>
        </p:nvSpPr>
        <p:spPr>
          <a:xfrm>
            <a:off x="11201400" y="6419088"/>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CFE6E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1307592" y="347472"/>
            <a:ext cx="10332720" cy="777240"/>
          </a:xfrm>
          <a:prstGeom prst="rect">
            <a:avLst/>
          </a:prstGeom>
          <a:noFill/>
          <a:ln/>
        </p:spPr>
        <p:txBody>
          <a:bodyPr wrap="square" lIns="0" tIns="0" rIns="0" bIns="0" rtlCol="0" anchor="ctr"/>
          <a:lstStyle/>
          <a:p>
            <a:pPr algn="l" indent="0" marL="0">
              <a:buNone/>
            </a:pPr>
            <a:r>
              <a:rPr lang="en-US" altLang="en-US" sz="3000" b="1" dirty="0">
                <a:solidFill>
                  <a:schemeClr val="tx2"/>
                </a:solidFill>
              </a:rPr>
              <a:t>Mandatory requirements at a glance</a:t>
            </a:r>
            <a:endParaRPr lang="en-US" sz="3000" dirty="0"/>
          </a:p>
        </p:txBody>
      </p:sp>
      <p:sp>
        <p:nvSpPr>
          <p:cNvPr id="3" name="title-badge"/>
          <p:cNvSpPr/>
          <p:nvPr/>
        </p:nvSpPr>
        <p:spPr>
          <a:xfrm>
            <a:off x="505663" y="411480"/>
            <a:ext cx="640080" cy="640080"/>
          </a:xfrm>
          <a:prstGeom prst="ellipse">
            <a:avLst/>
          </a:prstGeom>
          <a:solidFill>
            <a:schemeClr val="accent1"/>
          </a:solidFill>
          <a:ln/>
        </p:spPr>
      </p:sp>
      <p:pic>
        <p:nvPicPr>
          <p:cNvPr id="4" name="Image 0" descr="preencoded.png">    </p:cNvPr>
          <p:cNvPicPr>
            <a:picLocks noChangeAspect="1"/>
          </p:cNvPicPr>
          <p:nvPr/>
        </p:nvPicPr>
        <p:blipFill>
          <a:blip r:embed="rId1"/>
          <a:stretch>
            <a:fillRect/>
          </a:stretch>
        </p:blipFill>
        <p:spPr>
          <a:xfrm>
            <a:off x="670255" y="576072"/>
            <a:ext cx="310896" cy="310896"/>
          </a:xfrm>
          <a:prstGeom prst="rect">
            <a:avLst/>
          </a:prstGeom>
        </p:spPr>
      </p:pic>
      <p:sp>
        <p:nvSpPr>
          <p:cNvPr id="5" name="stat-1"/>
          <p:cNvSpPr/>
          <p:nvPr/>
        </p:nvSpPr>
        <p:spPr>
          <a:xfrm>
            <a:off x="551383" y="1417320"/>
            <a:ext cx="2651760" cy="3200400"/>
          </a:xfrm>
          <a:prstGeom prst="roundRect">
            <a:avLst>
              <a:gd name="adj" fmla="val 4138"/>
            </a:avLst>
          </a:prstGeom>
          <a:solidFill>
            <a:schemeClr val="bg2"/>
          </a:solidFill>
          <a:ln/>
        </p:spPr>
      </p:sp>
      <p:sp>
        <p:nvSpPr>
          <p:cNvPr id="6" name="Shape 3"/>
          <p:cNvSpPr/>
          <p:nvPr/>
        </p:nvSpPr>
        <p:spPr>
          <a:xfrm>
            <a:off x="1557223" y="1645920"/>
            <a:ext cx="640080" cy="640080"/>
          </a:xfrm>
          <a:prstGeom prst="ellipse">
            <a:avLst/>
          </a:prstGeom>
          <a:solidFill>
            <a:srgbClr val="03787C"/>
          </a:solidFill>
          <a:ln/>
        </p:spPr>
      </p:sp>
      <p:pic>
        <p:nvPicPr>
          <p:cNvPr id="7" name="Image 1" descr="preencoded.png">    </p:cNvPr>
          <p:cNvPicPr>
            <a:picLocks noChangeAspect="1"/>
          </p:cNvPicPr>
          <p:nvPr/>
        </p:nvPicPr>
        <p:blipFill>
          <a:blip r:embed="rId2"/>
          <a:stretch>
            <a:fillRect/>
          </a:stretch>
        </p:blipFill>
        <p:spPr>
          <a:xfrm>
            <a:off x="1721815" y="1810512"/>
            <a:ext cx="310896" cy="310896"/>
          </a:xfrm>
          <a:prstGeom prst="rect">
            <a:avLst/>
          </a:prstGeom>
        </p:spPr>
      </p:pic>
      <p:sp>
        <p:nvSpPr>
          <p:cNvPr id="8" name="Text 4"/>
          <p:cNvSpPr txBox="1"/>
          <p:nvPr/>
        </p:nvSpPr>
        <p:spPr>
          <a:xfrm>
            <a:off x="642823" y="2423160"/>
            <a:ext cx="2468880" cy="868680"/>
          </a:xfrm>
          <a:prstGeom prst="rect">
            <a:avLst/>
          </a:prstGeom>
          <a:noFill/>
          <a:ln/>
        </p:spPr>
        <p:txBody>
          <a:bodyPr wrap="square" lIns="0" tIns="0" rIns="0" bIns="0" rtlCol="0" anchor="ctr"/>
          <a:lstStyle/>
          <a:p>
            <a:pPr algn="ctr" indent="0" marL="0">
              <a:buNone/>
            </a:pPr>
            <a:r>
              <a:rPr lang="en-US" altLang="en-US" sz="5400" b="1" dirty="0">
                <a:solidFill>
                  <a:srgbClr val="0B4F52"/>
                </a:solidFill>
                <a:latin typeface="Arial" pitchFamily="34" charset="0"/>
                <a:ea typeface="Arial" pitchFamily="34" charset="-122"/>
                <a:cs typeface="Arial" pitchFamily="34" charset="-120"/>
              </a:rPr>
              <a:t>30</a:t>
            </a:r>
            <a:endParaRPr lang="en-US" sz="5400" dirty="0"/>
          </a:p>
        </p:txBody>
      </p:sp>
      <p:sp>
        <p:nvSpPr>
          <p:cNvPr id="9" name="Text 5"/>
          <p:cNvSpPr txBox="1"/>
          <p:nvPr/>
        </p:nvSpPr>
        <p:spPr>
          <a:xfrm>
            <a:off x="642823" y="3291840"/>
            <a:ext cx="2468880" cy="365760"/>
          </a:xfrm>
          <a:prstGeom prst="rect">
            <a:avLst/>
          </a:prstGeom>
          <a:noFill/>
          <a:ln/>
        </p:spPr>
        <p:txBody>
          <a:bodyPr wrap="square" lIns="0" tIns="0" rIns="0" bIns="0" rtlCol="0" anchor="t"/>
          <a:lstStyle/>
          <a:p>
            <a:pPr algn="ctr" indent="0" marL="0">
              <a:buNone/>
            </a:pPr>
            <a:r>
              <a:rPr lang="en-US" altLang="en-US" sz="1600" b="1" dirty="0">
                <a:solidFill>
                  <a:schemeClr val="accent1"/>
                </a:solidFill>
                <a:latin typeface="Arial" pitchFamily="34" charset="0"/>
                <a:ea typeface="Arial" pitchFamily="34" charset="-122"/>
                <a:cs typeface="Arial" pitchFamily="34" charset="-120"/>
              </a:rPr>
              <a:t>minutes</a:t>
            </a:r>
            <a:endParaRPr lang="en-US" sz="1600" dirty="0"/>
          </a:p>
        </p:txBody>
      </p:sp>
      <p:sp>
        <p:nvSpPr>
          <p:cNvPr id="10" name="Text 6"/>
          <p:cNvSpPr txBox="1"/>
          <p:nvPr/>
        </p:nvSpPr>
        <p:spPr>
          <a:xfrm>
            <a:off x="734263" y="3703320"/>
            <a:ext cx="2286000" cy="777240"/>
          </a:xfrm>
          <a:prstGeom prst="rect">
            <a:avLst/>
          </a:prstGeom>
          <a:noFill/>
          <a:ln/>
        </p:spPr>
        <p:txBody>
          <a:bodyPr wrap="square" lIns="0" tIns="0" rIns="0" bIns="0" rtlCol="0" anchor="t"/>
          <a:lstStyle/>
          <a:p>
            <a:pPr algn="ctr" indent="0" marL="0">
              <a:buNone/>
            </a:pPr>
            <a:r>
              <a:rPr lang="en-US" altLang="en-US" sz="1400" dirty="0">
                <a:solidFill>
                  <a:schemeClr val="tx1"/>
                </a:solidFill>
                <a:latin typeface="Arial" pitchFamily="34" charset="0"/>
                <a:ea typeface="Arial" pitchFamily="34" charset="-122"/>
                <a:cs typeface="Arial" pitchFamily="34" charset="-120"/>
              </a:rPr>
              <a:t>Approximate time the test is designed for</a:t>
            </a:r>
            <a:endParaRPr lang="en-US" sz="1400" dirty="0"/>
          </a:p>
        </p:txBody>
      </p:sp>
      <p:sp>
        <p:nvSpPr>
          <p:cNvPr id="11" name="stat-2"/>
          <p:cNvSpPr/>
          <p:nvPr/>
        </p:nvSpPr>
        <p:spPr>
          <a:xfrm>
            <a:off x="3386023" y="1417320"/>
            <a:ext cx="2651760" cy="3200400"/>
          </a:xfrm>
          <a:prstGeom prst="roundRect">
            <a:avLst>
              <a:gd name="adj" fmla="val 4138"/>
            </a:avLst>
          </a:prstGeom>
          <a:solidFill>
            <a:schemeClr val="bg2"/>
          </a:solidFill>
          <a:ln/>
        </p:spPr>
      </p:sp>
      <p:sp>
        <p:nvSpPr>
          <p:cNvPr id="12" name="Shape 8"/>
          <p:cNvSpPr/>
          <p:nvPr/>
        </p:nvSpPr>
        <p:spPr>
          <a:xfrm>
            <a:off x="4391863" y="1645920"/>
            <a:ext cx="640080" cy="640080"/>
          </a:xfrm>
          <a:prstGeom prst="ellipse">
            <a:avLst/>
          </a:prstGeom>
          <a:solidFill>
            <a:srgbClr val="03787C"/>
          </a:solidFill>
          <a:ln/>
        </p:spPr>
      </p:sp>
      <p:pic>
        <p:nvPicPr>
          <p:cNvPr id="13" name="Image 2" descr="preencoded.png">    </p:cNvPr>
          <p:cNvPicPr>
            <a:picLocks noChangeAspect="1"/>
          </p:cNvPicPr>
          <p:nvPr/>
        </p:nvPicPr>
        <p:blipFill>
          <a:blip r:embed="rId3"/>
          <a:stretch>
            <a:fillRect/>
          </a:stretch>
        </p:blipFill>
        <p:spPr>
          <a:xfrm>
            <a:off x="4556455" y="1810512"/>
            <a:ext cx="310896" cy="310896"/>
          </a:xfrm>
          <a:prstGeom prst="rect">
            <a:avLst/>
          </a:prstGeom>
        </p:spPr>
      </p:pic>
      <p:sp>
        <p:nvSpPr>
          <p:cNvPr id="14" name="Text 9"/>
          <p:cNvSpPr txBox="1"/>
          <p:nvPr/>
        </p:nvSpPr>
        <p:spPr>
          <a:xfrm>
            <a:off x="3477463" y="2423160"/>
            <a:ext cx="2468880" cy="868680"/>
          </a:xfrm>
          <a:prstGeom prst="rect">
            <a:avLst/>
          </a:prstGeom>
          <a:noFill/>
          <a:ln/>
        </p:spPr>
        <p:txBody>
          <a:bodyPr wrap="square" lIns="0" tIns="0" rIns="0" bIns="0" rtlCol="0" anchor="ctr"/>
          <a:lstStyle/>
          <a:p>
            <a:pPr algn="ctr" indent="0" marL="0">
              <a:buNone/>
            </a:pPr>
            <a:r>
              <a:rPr lang="en-US" altLang="en-US" sz="5400" b="1" dirty="0">
                <a:solidFill>
                  <a:srgbClr val="0B4F52"/>
                </a:solidFill>
                <a:latin typeface="Arial" pitchFamily="34" charset="0"/>
                <a:ea typeface="Arial" pitchFamily="34" charset="-122"/>
                <a:cs typeface="Arial" pitchFamily="34" charset="-120"/>
              </a:rPr>
              <a:t>50</a:t>
            </a:r>
            <a:endParaRPr lang="en-US" sz="5400" dirty="0"/>
          </a:p>
        </p:txBody>
      </p:sp>
      <p:sp>
        <p:nvSpPr>
          <p:cNvPr id="15" name="Text 10"/>
          <p:cNvSpPr txBox="1"/>
          <p:nvPr/>
        </p:nvSpPr>
        <p:spPr>
          <a:xfrm>
            <a:off x="3477463" y="3291840"/>
            <a:ext cx="2468880" cy="365760"/>
          </a:xfrm>
          <a:prstGeom prst="rect">
            <a:avLst/>
          </a:prstGeom>
          <a:noFill/>
          <a:ln/>
        </p:spPr>
        <p:txBody>
          <a:bodyPr wrap="square" lIns="0" tIns="0" rIns="0" bIns="0" rtlCol="0" anchor="t"/>
          <a:lstStyle/>
          <a:p>
            <a:pPr algn="ctr" indent="0" marL="0">
              <a:buNone/>
            </a:pPr>
            <a:r>
              <a:rPr lang="en-US" altLang="en-US" sz="1600" b="1" dirty="0">
                <a:solidFill>
                  <a:schemeClr val="accent1"/>
                </a:solidFill>
                <a:latin typeface="Arial" pitchFamily="34" charset="0"/>
                <a:ea typeface="Arial" pitchFamily="34" charset="-122"/>
                <a:cs typeface="Arial" pitchFamily="34" charset="-120"/>
              </a:rPr>
              <a:t>minutes</a:t>
            </a:r>
            <a:endParaRPr lang="en-US" sz="1600" dirty="0"/>
          </a:p>
        </p:txBody>
      </p:sp>
      <p:sp>
        <p:nvSpPr>
          <p:cNvPr id="16" name="Text 11"/>
          <p:cNvSpPr txBox="1"/>
          <p:nvPr/>
        </p:nvSpPr>
        <p:spPr>
          <a:xfrm>
            <a:off x="3568903" y="3703320"/>
            <a:ext cx="2286000" cy="777240"/>
          </a:xfrm>
          <a:prstGeom prst="rect">
            <a:avLst/>
          </a:prstGeom>
          <a:noFill/>
          <a:ln/>
        </p:spPr>
        <p:txBody>
          <a:bodyPr wrap="square" lIns="0" tIns="0" rIns="0" bIns="0" rtlCol="0" anchor="t"/>
          <a:lstStyle/>
          <a:p>
            <a:pPr algn="ctr" indent="0" marL="0">
              <a:buNone/>
            </a:pPr>
            <a:r>
              <a:rPr lang="en-US" altLang="en-US" sz="1400" dirty="0">
                <a:solidFill>
                  <a:schemeClr val="tx1"/>
                </a:solidFill>
                <a:latin typeface="Arial" pitchFamily="34" charset="0"/>
                <a:ea typeface="Arial" pitchFamily="34" charset="-122"/>
                <a:cs typeface="Arial" pitchFamily="34" charset="-120"/>
              </a:rPr>
              <a:t>Timer duration in Microsoft Forms</a:t>
            </a:r>
            <a:endParaRPr lang="en-US" sz="1400" dirty="0"/>
          </a:p>
        </p:txBody>
      </p:sp>
      <p:sp>
        <p:nvSpPr>
          <p:cNvPr id="17" name="stat-3"/>
          <p:cNvSpPr/>
          <p:nvPr/>
        </p:nvSpPr>
        <p:spPr>
          <a:xfrm>
            <a:off x="6220663" y="1417320"/>
            <a:ext cx="2651760" cy="3200400"/>
          </a:xfrm>
          <a:prstGeom prst="roundRect">
            <a:avLst>
              <a:gd name="adj" fmla="val 4138"/>
            </a:avLst>
          </a:prstGeom>
          <a:solidFill>
            <a:srgbClr val="FFF4D6"/>
          </a:solidFill>
          <a:ln/>
        </p:spPr>
      </p:sp>
      <p:sp>
        <p:nvSpPr>
          <p:cNvPr id="18" name="Shape 13"/>
          <p:cNvSpPr/>
          <p:nvPr/>
        </p:nvSpPr>
        <p:spPr>
          <a:xfrm>
            <a:off x="7226503" y="1645920"/>
            <a:ext cx="640080" cy="640080"/>
          </a:xfrm>
          <a:prstGeom prst="ellipse">
            <a:avLst/>
          </a:prstGeom>
          <a:solidFill>
            <a:srgbClr val="F2A900"/>
          </a:solidFill>
          <a:ln/>
        </p:spPr>
      </p:sp>
      <p:pic>
        <p:nvPicPr>
          <p:cNvPr id="19" name="Image 3" descr="preencoded.png">    </p:cNvPr>
          <p:cNvPicPr>
            <a:picLocks noChangeAspect="1"/>
          </p:cNvPicPr>
          <p:nvPr/>
        </p:nvPicPr>
        <p:blipFill>
          <a:blip r:embed="rId4"/>
          <a:stretch>
            <a:fillRect/>
          </a:stretch>
        </p:blipFill>
        <p:spPr>
          <a:xfrm>
            <a:off x="7391095" y="1810512"/>
            <a:ext cx="310896" cy="310896"/>
          </a:xfrm>
          <a:prstGeom prst="rect">
            <a:avLst/>
          </a:prstGeom>
        </p:spPr>
      </p:pic>
      <p:sp>
        <p:nvSpPr>
          <p:cNvPr id="20" name="Text 14"/>
          <p:cNvSpPr txBox="1"/>
          <p:nvPr/>
        </p:nvSpPr>
        <p:spPr>
          <a:xfrm>
            <a:off x="6312103" y="2423160"/>
            <a:ext cx="2468880" cy="868680"/>
          </a:xfrm>
          <a:prstGeom prst="rect">
            <a:avLst/>
          </a:prstGeom>
          <a:noFill/>
          <a:ln/>
        </p:spPr>
        <p:txBody>
          <a:bodyPr wrap="square" lIns="0" tIns="0" rIns="0" bIns="0" rtlCol="0" anchor="ctr"/>
          <a:lstStyle/>
          <a:p>
            <a:pPr algn="ctr" indent="0" marL="0">
              <a:buNone/>
            </a:pPr>
            <a:r>
              <a:rPr lang="en-US" altLang="en-US" sz="3400" b="1" dirty="0">
                <a:solidFill>
                  <a:srgbClr val="0B4F52"/>
                </a:solidFill>
                <a:latin typeface="Arial" pitchFamily="34" charset="0"/>
                <a:ea typeface="Arial" pitchFamily="34" charset="-122"/>
                <a:cs typeface="Arial" pitchFamily="34" charset="-120"/>
              </a:rPr>
              <a:t>8:00–8:50</a:t>
            </a:r>
            <a:endParaRPr lang="en-US" sz="3400" dirty="0"/>
          </a:p>
        </p:txBody>
      </p:sp>
      <p:sp>
        <p:nvSpPr>
          <p:cNvPr id="21" name="Text 15"/>
          <p:cNvSpPr txBox="1"/>
          <p:nvPr/>
        </p:nvSpPr>
        <p:spPr>
          <a:xfrm>
            <a:off x="6312103" y="3291840"/>
            <a:ext cx="2468880" cy="365760"/>
          </a:xfrm>
          <a:prstGeom prst="rect">
            <a:avLst/>
          </a:prstGeom>
          <a:noFill/>
          <a:ln/>
        </p:spPr>
        <p:txBody>
          <a:bodyPr wrap="square" lIns="0" tIns="0" rIns="0" bIns="0" rtlCol="0" anchor="t"/>
          <a:lstStyle/>
          <a:p>
            <a:pPr algn="ctr" indent="0" marL="0">
              <a:buNone/>
            </a:pPr>
            <a:r>
              <a:rPr lang="en-US" altLang="en-US" sz="1600" b="1" dirty="0">
                <a:solidFill>
                  <a:schemeClr val="accent1"/>
                </a:solidFill>
                <a:latin typeface="Arial" pitchFamily="34" charset="0"/>
                <a:ea typeface="Arial" pitchFamily="34" charset="-122"/>
                <a:cs typeface="Arial" pitchFamily="34" charset="-120"/>
              </a:rPr>
              <a:t>am</a:t>
            </a:r>
            <a:endParaRPr lang="en-US" sz="1600" dirty="0"/>
          </a:p>
        </p:txBody>
      </p:sp>
      <p:sp>
        <p:nvSpPr>
          <p:cNvPr id="22" name="Text 16"/>
          <p:cNvSpPr txBox="1"/>
          <p:nvPr/>
        </p:nvSpPr>
        <p:spPr>
          <a:xfrm>
            <a:off x="6403543" y="3703320"/>
            <a:ext cx="2286000" cy="777240"/>
          </a:xfrm>
          <a:prstGeom prst="rect">
            <a:avLst/>
          </a:prstGeom>
          <a:noFill/>
          <a:ln/>
        </p:spPr>
        <p:txBody>
          <a:bodyPr wrap="square" lIns="0" tIns="0" rIns="0" bIns="0" rtlCol="0" anchor="t"/>
          <a:lstStyle/>
          <a:p>
            <a:pPr algn="ctr" indent="0" marL="0">
              <a:buNone/>
            </a:pPr>
            <a:r>
              <a:rPr lang="en-US" altLang="en-US" sz="1400" dirty="0">
                <a:solidFill>
                  <a:schemeClr val="tx1"/>
                </a:solidFill>
                <a:latin typeface="Arial" pitchFamily="34" charset="0"/>
                <a:ea typeface="Arial" pitchFamily="34" charset="-122"/>
                <a:cs typeface="Arial" pitchFamily="34" charset="-120"/>
              </a:rPr>
              <a:t>Open only during Zero Period</a:t>
            </a:r>
            <a:endParaRPr lang="en-US" sz="1400" dirty="0"/>
          </a:p>
        </p:txBody>
      </p:sp>
      <p:sp>
        <p:nvSpPr>
          <p:cNvPr id="23" name="stat-4"/>
          <p:cNvSpPr/>
          <p:nvPr/>
        </p:nvSpPr>
        <p:spPr>
          <a:xfrm>
            <a:off x="9055303" y="1417320"/>
            <a:ext cx="2651760" cy="3200400"/>
          </a:xfrm>
          <a:prstGeom prst="roundRect">
            <a:avLst>
              <a:gd name="adj" fmla="val 4138"/>
            </a:avLst>
          </a:prstGeom>
          <a:solidFill>
            <a:schemeClr val="bg2"/>
          </a:solidFill>
          <a:ln/>
        </p:spPr>
      </p:sp>
      <p:sp>
        <p:nvSpPr>
          <p:cNvPr id="24" name="Shape 18"/>
          <p:cNvSpPr/>
          <p:nvPr/>
        </p:nvSpPr>
        <p:spPr>
          <a:xfrm>
            <a:off x="10061143" y="1645920"/>
            <a:ext cx="640080" cy="640080"/>
          </a:xfrm>
          <a:prstGeom prst="ellipse">
            <a:avLst/>
          </a:prstGeom>
          <a:solidFill>
            <a:srgbClr val="03787C"/>
          </a:solidFill>
          <a:ln/>
        </p:spPr>
      </p:sp>
      <p:pic>
        <p:nvPicPr>
          <p:cNvPr id="25" name="Image 4" descr="preencoded.png">    </p:cNvPr>
          <p:cNvPicPr>
            <a:picLocks noChangeAspect="1"/>
          </p:cNvPicPr>
          <p:nvPr/>
        </p:nvPicPr>
        <p:blipFill>
          <a:blip r:embed="rId5"/>
          <a:stretch>
            <a:fillRect/>
          </a:stretch>
        </p:blipFill>
        <p:spPr>
          <a:xfrm>
            <a:off x="10225735" y="1810512"/>
            <a:ext cx="310896" cy="310896"/>
          </a:xfrm>
          <a:prstGeom prst="rect">
            <a:avLst/>
          </a:prstGeom>
        </p:spPr>
      </p:pic>
      <p:sp>
        <p:nvSpPr>
          <p:cNvPr id="26" name="Text 19"/>
          <p:cNvSpPr txBox="1"/>
          <p:nvPr/>
        </p:nvSpPr>
        <p:spPr>
          <a:xfrm>
            <a:off x="9146743" y="2423160"/>
            <a:ext cx="2468880" cy="868680"/>
          </a:xfrm>
          <a:prstGeom prst="rect">
            <a:avLst/>
          </a:prstGeom>
          <a:noFill/>
          <a:ln/>
        </p:spPr>
        <p:txBody>
          <a:bodyPr wrap="square" lIns="0" tIns="0" rIns="0" bIns="0" rtlCol="0" anchor="ctr"/>
          <a:lstStyle/>
          <a:p>
            <a:pPr algn="ctr" indent="0" marL="0">
              <a:buNone/>
            </a:pPr>
            <a:r>
              <a:rPr lang="en-US" altLang="en-US" sz="5400" b="1" dirty="0">
                <a:solidFill>
                  <a:srgbClr val="0B4F52"/>
                </a:solidFill>
                <a:latin typeface="Arial" pitchFamily="34" charset="0"/>
                <a:ea typeface="Arial" pitchFamily="34" charset="-122"/>
                <a:cs typeface="Arial" pitchFamily="34" charset="-120"/>
              </a:rPr>
              <a:t>HoD</a:t>
            </a:r>
            <a:endParaRPr lang="en-US" sz="5400" dirty="0"/>
          </a:p>
        </p:txBody>
      </p:sp>
      <p:sp>
        <p:nvSpPr>
          <p:cNvPr id="27" name="Text 20"/>
          <p:cNvSpPr txBox="1"/>
          <p:nvPr/>
        </p:nvSpPr>
        <p:spPr>
          <a:xfrm>
            <a:off x="9146743" y="3291840"/>
            <a:ext cx="2468880" cy="365760"/>
          </a:xfrm>
          <a:prstGeom prst="rect">
            <a:avLst/>
          </a:prstGeom>
          <a:noFill/>
          <a:ln/>
        </p:spPr>
        <p:txBody>
          <a:bodyPr wrap="square" lIns="0" tIns="0" rIns="0" bIns="0" rtlCol="0" anchor="t"/>
          <a:lstStyle/>
          <a:p>
            <a:pPr algn="ctr" indent="0" marL="0">
              <a:buNone/>
            </a:pPr>
            <a:r>
              <a:rPr lang="en-US" altLang="en-US" sz="1600" b="1" dirty="0">
                <a:solidFill>
                  <a:schemeClr val="accent1"/>
                </a:solidFill>
                <a:latin typeface="Arial" pitchFamily="34" charset="0"/>
                <a:ea typeface="Arial" pitchFamily="34" charset="-122"/>
                <a:cs typeface="Arial" pitchFamily="34" charset="-120"/>
              </a:rPr>
              <a:t>approval</a:t>
            </a:r>
            <a:endParaRPr lang="en-US" sz="1600" dirty="0"/>
          </a:p>
        </p:txBody>
      </p:sp>
      <p:sp>
        <p:nvSpPr>
          <p:cNvPr id="28" name="Text 21"/>
          <p:cNvSpPr txBox="1"/>
          <p:nvPr/>
        </p:nvSpPr>
        <p:spPr>
          <a:xfrm>
            <a:off x="9238183" y="3703320"/>
            <a:ext cx="2286000" cy="777240"/>
          </a:xfrm>
          <a:prstGeom prst="rect">
            <a:avLst/>
          </a:prstGeom>
          <a:noFill/>
          <a:ln/>
        </p:spPr>
        <p:txBody>
          <a:bodyPr wrap="square" lIns="0" tIns="0" rIns="0" bIns="0" rtlCol="0" anchor="t"/>
          <a:lstStyle/>
          <a:p>
            <a:pPr algn="ctr" indent="0" marL="0">
              <a:buNone/>
            </a:pPr>
            <a:r>
              <a:rPr lang="en-US" altLang="en-US" sz="1400" dirty="0">
                <a:solidFill>
                  <a:schemeClr val="tx1"/>
                </a:solidFill>
                <a:latin typeface="Arial" pitchFamily="34" charset="0"/>
                <a:ea typeface="Arial" pitchFamily="34" charset="-122"/>
                <a:cs typeface="Arial" pitchFamily="34" charset="-120"/>
              </a:rPr>
              <a:t>No release before HoD approval</a:t>
            </a:r>
            <a:endParaRPr lang="en-US" sz="1400" dirty="0"/>
          </a:p>
        </p:txBody>
      </p:sp>
      <p:sp>
        <p:nvSpPr>
          <p:cNvPr id="29" name="mandatory-box"/>
          <p:cNvSpPr/>
          <p:nvPr/>
        </p:nvSpPr>
        <p:spPr>
          <a:xfrm>
            <a:off x="551383" y="4892040"/>
            <a:ext cx="11091672" cy="1188720"/>
          </a:xfrm>
          <a:prstGeom prst="roundRect">
            <a:avLst>
              <a:gd name="adj" fmla="val 9231"/>
            </a:avLst>
          </a:prstGeom>
          <a:solidFill>
            <a:srgbClr val="F3F0FD"/>
          </a:solidFill>
          <a:ln/>
        </p:spPr>
      </p:sp>
      <p:pic>
        <p:nvPicPr>
          <p:cNvPr id="30" name="Image 5" descr="preencoded.png">    </p:cNvPr>
          <p:cNvPicPr>
            <a:picLocks noChangeAspect="1"/>
          </p:cNvPicPr>
          <p:nvPr/>
        </p:nvPicPr>
        <p:blipFill>
          <a:blip r:embed="rId6"/>
          <a:stretch>
            <a:fillRect/>
          </a:stretch>
        </p:blipFill>
        <p:spPr>
          <a:xfrm>
            <a:off x="761695" y="5120640"/>
            <a:ext cx="411480" cy="411480"/>
          </a:xfrm>
          <a:prstGeom prst="rect">
            <a:avLst/>
          </a:prstGeom>
        </p:spPr>
      </p:pic>
      <p:sp>
        <p:nvSpPr>
          <p:cNvPr id="31" name="Text 23"/>
          <p:cNvSpPr txBox="1"/>
          <p:nvPr/>
        </p:nvSpPr>
        <p:spPr>
          <a:xfrm>
            <a:off x="1356055" y="4983480"/>
            <a:ext cx="10012680" cy="1005840"/>
          </a:xfrm>
          <a:prstGeom prst="rect">
            <a:avLst/>
          </a:prstGeom>
          <a:noFill/>
          <a:ln/>
        </p:spPr>
        <p:txBody>
          <a:bodyPr wrap="square" lIns="0" tIns="0" rIns="0" bIns="0" rtlCol="0" anchor="ctr"/>
          <a:lstStyle/>
          <a:p>
            <a:pPr algn="l" indent="0" marL="0">
              <a:buNone/>
            </a:pPr>
            <a:r>
              <a:rPr lang="en-US" altLang="en-US" sz="1500" dirty="0">
                <a:solidFill>
                  <a:schemeClr val="tx1"/>
                </a:solidFill>
                <a:latin typeface="Arial" pitchFamily="34" charset="0"/>
                <a:ea typeface="Arial" pitchFamily="34" charset="-122"/>
                <a:cs typeface="Arial" pitchFamily="34" charset="-120"/>
              </a:rPr>
              <a:t>Every test must be created in Microsoft Forms using New Quiz, reviewed and approved by the HoD, tested in advance, and released only at the authorised time. Teachers must not administer an unapproved test.</a:t>
            </a:r>
            <a:endParaRPr lang="en-US" sz="1500" dirty="0"/>
          </a:p>
        </p:txBody>
      </p:sp>
      <p:sp>
        <p:nvSpPr>
          <p:cNvPr id="32" name="Slide Number Placeholder 0"/>
          <p:cNvSpPr>
            <a:spLocks noGrp="1"/>
          </p:cNvSpPr>
          <p:nvPr>
            <p:ph type="sldNum" sz="quarter" idx="4294967295"/>
          </p:nvPr>
        </p:nvSpPr>
        <p:spPr>
          <a:xfrm>
            <a:off x="11201400" y="6419088"/>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6B7A8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1307592" y="347472"/>
            <a:ext cx="10332720" cy="777240"/>
          </a:xfrm>
          <a:prstGeom prst="rect">
            <a:avLst/>
          </a:prstGeom>
          <a:noFill/>
          <a:ln/>
        </p:spPr>
        <p:txBody>
          <a:bodyPr wrap="square" lIns="0" tIns="0" rIns="0" bIns="0" rtlCol="0" anchor="ctr"/>
          <a:lstStyle/>
          <a:p>
            <a:pPr algn="l" indent="0" marL="0">
              <a:buNone/>
            </a:pPr>
            <a:r>
              <a:rPr lang="en-US" altLang="en-US" sz="3000" b="1" dirty="0">
                <a:solidFill>
                  <a:schemeClr val="tx2"/>
                </a:solidFill>
              </a:rPr>
              <a:t>The workflow: eight steps from creation to release</a:t>
            </a:r>
            <a:endParaRPr lang="en-US" sz="3000" dirty="0"/>
          </a:p>
        </p:txBody>
      </p:sp>
      <p:sp>
        <p:nvSpPr>
          <p:cNvPr id="3" name="title-badge"/>
          <p:cNvSpPr/>
          <p:nvPr/>
        </p:nvSpPr>
        <p:spPr>
          <a:xfrm>
            <a:off x="505663" y="411480"/>
            <a:ext cx="640080" cy="640080"/>
          </a:xfrm>
          <a:prstGeom prst="ellipse">
            <a:avLst/>
          </a:prstGeom>
          <a:solidFill>
            <a:schemeClr val="accent1"/>
          </a:solidFill>
          <a:ln/>
        </p:spPr>
      </p:sp>
      <p:pic>
        <p:nvPicPr>
          <p:cNvPr id="4" name="Image 0" descr="preencoded.png">    </p:cNvPr>
          <p:cNvPicPr>
            <a:picLocks noChangeAspect="1"/>
          </p:cNvPicPr>
          <p:nvPr/>
        </p:nvPicPr>
        <p:blipFill>
          <a:blip r:embed="rId1"/>
          <a:stretch>
            <a:fillRect/>
          </a:stretch>
        </p:blipFill>
        <p:spPr>
          <a:xfrm>
            <a:off x="670255" y="576072"/>
            <a:ext cx="310896" cy="310896"/>
          </a:xfrm>
          <a:prstGeom prst="rect">
            <a:avLst/>
          </a:prstGeom>
        </p:spPr>
      </p:pic>
      <p:sp>
        <p:nvSpPr>
          <p:cNvPr id="5" name="step-1"/>
          <p:cNvSpPr/>
          <p:nvPr/>
        </p:nvSpPr>
        <p:spPr>
          <a:xfrm>
            <a:off x="551383" y="1463040"/>
            <a:ext cx="2514600" cy="1920240"/>
          </a:xfrm>
          <a:prstGeom prst="roundRect">
            <a:avLst>
              <a:gd name="adj" fmla="val 5714"/>
            </a:avLst>
          </a:prstGeom>
          <a:solidFill>
            <a:schemeClr val="bg2"/>
          </a:solidFill>
          <a:ln/>
        </p:spPr>
      </p:sp>
      <p:sp>
        <p:nvSpPr>
          <p:cNvPr id="6" name="Shape 3"/>
          <p:cNvSpPr/>
          <p:nvPr/>
        </p:nvSpPr>
        <p:spPr>
          <a:xfrm>
            <a:off x="670255" y="1600200"/>
            <a:ext cx="384048" cy="384048"/>
          </a:xfrm>
          <a:prstGeom prst="ellipse">
            <a:avLst/>
          </a:prstGeom>
          <a:solidFill>
            <a:schemeClr val="accent1"/>
          </a:solidFill>
          <a:ln w="19050">
            <a:solidFill>
              <a:srgbClr val="FFFFFF"/>
            </a:solidFill>
            <a:prstDash val="solid"/>
          </a:ln>
        </p:spPr>
      </p:sp>
      <p:sp>
        <p:nvSpPr>
          <p:cNvPr id="7" name="Text 4"/>
          <p:cNvSpPr txBox="1"/>
          <p:nvPr/>
        </p:nvSpPr>
        <p:spPr>
          <a:xfrm>
            <a:off x="670255" y="1600200"/>
            <a:ext cx="384048" cy="384048"/>
          </a:xfrm>
          <a:prstGeom prst="rect">
            <a:avLst/>
          </a:prstGeom>
          <a:noFill/>
          <a:ln/>
        </p:spPr>
        <p:txBody>
          <a:bodyPr wrap="square" lIns="0" tIns="0" rIns="0" bIns="0" rtlCol="0" anchor="ctr"/>
          <a:lstStyle/>
          <a:p>
            <a:pPr algn="ctr" indent="0" marL="0">
              <a:buNone/>
            </a:pPr>
            <a:r>
              <a:rPr lang="en-US" altLang="en-US" sz="1300" b="1" dirty="0">
                <a:solidFill>
                  <a:schemeClr val="bg1"/>
                </a:solidFill>
                <a:latin typeface="Arial" pitchFamily="34" charset="0"/>
                <a:ea typeface="Arial" pitchFamily="34" charset="-122"/>
                <a:cs typeface="Arial" pitchFamily="34" charset="-120"/>
              </a:rPr>
              <a:t>1</a:t>
            </a:r>
            <a:endParaRPr lang="en-US" sz="1300" dirty="0"/>
          </a:p>
        </p:txBody>
      </p:sp>
      <p:sp>
        <p:nvSpPr>
          <p:cNvPr id="8" name="Shape 5"/>
          <p:cNvSpPr/>
          <p:nvPr/>
        </p:nvSpPr>
        <p:spPr>
          <a:xfrm>
            <a:off x="2316175" y="1627632"/>
            <a:ext cx="566928" cy="566928"/>
          </a:xfrm>
          <a:prstGeom prst="ellipse">
            <a:avLst/>
          </a:prstGeom>
          <a:solidFill>
            <a:srgbClr val="FFFFFF"/>
          </a:solidFill>
          <a:ln/>
        </p:spPr>
      </p:sp>
      <p:pic>
        <p:nvPicPr>
          <p:cNvPr id="9" name="Image 1" descr="preencoded.png">    </p:cNvPr>
          <p:cNvPicPr>
            <a:picLocks noChangeAspect="1"/>
          </p:cNvPicPr>
          <p:nvPr/>
        </p:nvPicPr>
        <p:blipFill>
          <a:blip r:embed="rId2"/>
          <a:stretch>
            <a:fillRect/>
          </a:stretch>
        </p:blipFill>
        <p:spPr>
          <a:xfrm>
            <a:off x="2453335" y="1764792"/>
            <a:ext cx="292608" cy="292608"/>
          </a:xfrm>
          <a:prstGeom prst="rect">
            <a:avLst/>
          </a:prstGeom>
        </p:spPr>
      </p:pic>
      <p:sp>
        <p:nvSpPr>
          <p:cNvPr id="10" name="Text 6"/>
          <p:cNvSpPr txBox="1"/>
          <p:nvPr/>
        </p:nvSpPr>
        <p:spPr>
          <a:xfrm>
            <a:off x="688543" y="2331720"/>
            <a:ext cx="2240280" cy="457200"/>
          </a:xfrm>
          <a:prstGeom prst="rect">
            <a:avLst/>
          </a:prstGeom>
          <a:noFill/>
          <a:ln/>
        </p:spPr>
        <p:txBody>
          <a:bodyPr wrap="square" lIns="0" tIns="0" rIns="0" bIns="0" rtlCol="0" anchor="t"/>
          <a:lstStyle/>
          <a:p>
            <a:pPr algn="l" indent="0" marL="0">
              <a:buNone/>
            </a:pPr>
            <a:r>
              <a:rPr lang="en-US" altLang="en-US" sz="1700" b="1" dirty="0">
                <a:solidFill>
                  <a:schemeClr val="tx2"/>
                </a:solidFill>
                <a:latin typeface="Arial" pitchFamily="34" charset="0"/>
                <a:ea typeface="Arial" pitchFamily="34" charset="-122"/>
                <a:cs typeface="Arial" pitchFamily="34" charset="-120"/>
              </a:rPr>
              <a:t>Sign in</a:t>
            </a:r>
            <a:endParaRPr lang="en-US" sz="1700" dirty="0"/>
          </a:p>
        </p:txBody>
      </p:sp>
      <p:sp>
        <p:nvSpPr>
          <p:cNvPr id="11" name="Text 7"/>
          <p:cNvSpPr txBox="1"/>
          <p:nvPr/>
        </p:nvSpPr>
        <p:spPr>
          <a:xfrm>
            <a:off x="688543" y="2788920"/>
            <a:ext cx="2240280" cy="41148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School account</a:t>
            </a:r>
            <a:endParaRPr lang="en-US" sz="1400" dirty="0"/>
          </a:p>
        </p:txBody>
      </p:sp>
      <p:sp>
        <p:nvSpPr>
          <p:cNvPr id="12" name="Shape 8"/>
          <p:cNvSpPr/>
          <p:nvPr/>
        </p:nvSpPr>
        <p:spPr>
          <a:xfrm>
            <a:off x="3102559" y="2267712"/>
            <a:ext cx="256032" cy="292608"/>
          </a:xfrm>
          <a:prstGeom prst="rightArrow">
            <a:avLst/>
          </a:prstGeom>
          <a:solidFill>
            <a:srgbClr val="F2A900"/>
          </a:solidFill>
          <a:ln/>
        </p:spPr>
      </p:sp>
      <p:sp>
        <p:nvSpPr>
          <p:cNvPr id="13" name="step-2"/>
          <p:cNvSpPr/>
          <p:nvPr/>
        </p:nvSpPr>
        <p:spPr>
          <a:xfrm>
            <a:off x="3404311" y="1463040"/>
            <a:ext cx="2514600" cy="1920240"/>
          </a:xfrm>
          <a:prstGeom prst="roundRect">
            <a:avLst>
              <a:gd name="adj" fmla="val 5714"/>
            </a:avLst>
          </a:prstGeom>
          <a:solidFill>
            <a:schemeClr val="bg2"/>
          </a:solidFill>
          <a:ln/>
        </p:spPr>
      </p:sp>
      <p:sp>
        <p:nvSpPr>
          <p:cNvPr id="14" name="Shape 10"/>
          <p:cNvSpPr/>
          <p:nvPr/>
        </p:nvSpPr>
        <p:spPr>
          <a:xfrm>
            <a:off x="3523183" y="1600200"/>
            <a:ext cx="384048" cy="384048"/>
          </a:xfrm>
          <a:prstGeom prst="ellipse">
            <a:avLst/>
          </a:prstGeom>
          <a:solidFill>
            <a:schemeClr val="accent1"/>
          </a:solidFill>
          <a:ln w="19050">
            <a:solidFill>
              <a:srgbClr val="FFFFFF"/>
            </a:solidFill>
            <a:prstDash val="solid"/>
          </a:ln>
        </p:spPr>
      </p:sp>
      <p:sp>
        <p:nvSpPr>
          <p:cNvPr id="15" name="Text 11"/>
          <p:cNvSpPr txBox="1"/>
          <p:nvPr/>
        </p:nvSpPr>
        <p:spPr>
          <a:xfrm>
            <a:off x="3523183" y="1600200"/>
            <a:ext cx="384048" cy="384048"/>
          </a:xfrm>
          <a:prstGeom prst="rect">
            <a:avLst/>
          </a:prstGeom>
          <a:noFill/>
          <a:ln/>
        </p:spPr>
        <p:txBody>
          <a:bodyPr wrap="square" lIns="0" tIns="0" rIns="0" bIns="0" rtlCol="0" anchor="ctr"/>
          <a:lstStyle/>
          <a:p>
            <a:pPr algn="ctr" indent="0" marL="0">
              <a:buNone/>
            </a:pPr>
            <a:r>
              <a:rPr lang="en-US" altLang="en-US" sz="1300" b="1" dirty="0">
                <a:solidFill>
                  <a:schemeClr val="bg1"/>
                </a:solidFill>
                <a:latin typeface="Arial" pitchFamily="34" charset="0"/>
                <a:ea typeface="Arial" pitchFamily="34" charset="-122"/>
                <a:cs typeface="Arial" pitchFamily="34" charset="-120"/>
              </a:rPr>
              <a:t>2</a:t>
            </a:r>
            <a:endParaRPr lang="en-US" sz="1300" dirty="0"/>
          </a:p>
        </p:txBody>
      </p:sp>
      <p:sp>
        <p:nvSpPr>
          <p:cNvPr id="16" name="Shape 12"/>
          <p:cNvSpPr/>
          <p:nvPr/>
        </p:nvSpPr>
        <p:spPr>
          <a:xfrm>
            <a:off x="5169103" y="1627632"/>
            <a:ext cx="566928" cy="566928"/>
          </a:xfrm>
          <a:prstGeom prst="ellipse">
            <a:avLst/>
          </a:prstGeom>
          <a:solidFill>
            <a:srgbClr val="FFFFFF"/>
          </a:solidFill>
          <a:ln/>
        </p:spPr>
      </p:sp>
      <p:pic>
        <p:nvPicPr>
          <p:cNvPr id="17" name="Image 2" descr="preencoded.png">    </p:cNvPr>
          <p:cNvPicPr>
            <a:picLocks noChangeAspect="1"/>
          </p:cNvPicPr>
          <p:nvPr/>
        </p:nvPicPr>
        <p:blipFill>
          <a:blip r:embed="rId3"/>
          <a:stretch>
            <a:fillRect/>
          </a:stretch>
        </p:blipFill>
        <p:spPr>
          <a:xfrm>
            <a:off x="5306263" y="1764792"/>
            <a:ext cx="292608" cy="292608"/>
          </a:xfrm>
          <a:prstGeom prst="rect">
            <a:avLst/>
          </a:prstGeom>
        </p:spPr>
      </p:pic>
      <p:sp>
        <p:nvSpPr>
          <p:cNvPr id="18" name="Text 13"/>
          <p:cNvSpPr txBox="1"/>
          <p:nvPr/>
        </p:nvSpPr>
        <p:spPr>
          <a:xfrm>
            <a:off x="3541471" y="2331720"/>
            <a:ext cx="2240280" cy="457200"/>
          </a:xfrm>
          <a:prstGeom prst="rect">
            <a:avLst/>
          </a:prstGeom>
          <a:noFill/>
          <a:ln/>
        </p:spPr>
        <p:txBody>
          <a:bodyPr wrap="square" lIns="0" tIns="0" rIns="0" bIns="0" rtlCol="0" anchor="t"/>
          <a:lstStyle/>
          <a:p>
            <a:pPr algn="l" indent="0" marL="0">
              <a:buNone/>
            </a:pPr>
            <a:r>
              <a:rPr lang="en-US" altLang="en-US" sz="1700" b="1" dirty="0">
                <a:solidFill>
                  <a:schemeClr val="tx2"/>
                </a:solidFill>
                <a:latin typeface="Arial" pitchFamily="34" charset="0"/>
                <a:ea typeface="Arial" pitchFamily="34" charset="-122"/>
                <a:cs typeface="Arial" pitchFamily="34" charset="-120"/>
              </a:rPr>
              <a:t>New Quiz</a:t>
            </a:r>
            <a:endParaRPr lang="en-US" sz="1700" dirty="0"/>
          </a:p>
        </p:txBody>
      </p:sp>
      <p:sp>
        <p:nvSpPr>
          <p:cNvPr id="19" name="Text 14"/>
          <p:cNvSpPr txBox="1"/>
          <p:nvPr/>
        </p:nvSpPr>
        <p:spPr>
          <a:xfrm>
            <a:off x="3541471" y="2788920"/>
            <a:ext cx="2240280" cy="41148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Not New Form</a:t>
            </a:r>
            <a:endParaRPr lang="en-US" sz="1400" dirty="0"/>
          </a:p>
        </p:txBody>
      </p:sp>
      <p:sp>
        <p:nvSpPr>
          <p:cNvPr id="20" name="Shape 15"/>
          <p:cNvSpPr/>
          <p:nvPr/>
        </p:nvSpPr>
        <p:spPr>
          <a:xfrm>
            <a:off x="5955487" y="2267712"/>
            <a:ext cx="256032" cy="292608"/>
          </a:xfrm>
          <a:prstGeom prst="rightArrow">
            <a:avLst/>
          </a:prstGeom>
          <a:solidFill>
            <a:srgbClr val="F2A900"/>
          </a:solidFill>
          <a:ln/>
        </p:spPr>
      </p:sp>
      <p:sp>
        <p:nvSpPr>
          <p:cNvPr id="21" name="step-3"/>
          <p:cNvSpPr/>
          <p:nvPr/>
        </p:nvSpPr>
        <p:spPr>
          <a:xfrm>
            <a:off x="6257239" y="1463040"/>
            <a:ext cx="2514600" cy="1920240"/>
          </a:xfrm>
          <a:prstGeom prst="roundRect">
            <a:avLst>
              <a:gd name="adj" fmla="val 5714"/>
            </a:avLst>
          </a:prstGeom>
          <a:solidFill>
            <a:schemeClr val="bg2"/>
          </a:solidFill>
          <a:ln/>
        </p:spPr>
      </p:sp>
      <p:sp>
        <p:nvSpPr>
          <p:cNvPr id="22" name="Shape 17"/>
          <p:cNvSpPr/>
          <p:nvPr/>
        </p:nvSpPr>
        <p:spPr>
          <a:xfrm>
            <a:off x="6376111" y="1600200"/>
            <a:ext cx="384048" cy="384048"/>
          </a:xfrm>
          <a:prstGeom prst="ellipse">
            <a:avLst/>
          </a:prstGeom>
          <a:solidFill>
            <a:schemeClr val="accent1"/>
          </a:solidFill>
          <a:ln w="19050">
            <a:solidFill>
              <a:srgbClr val="FFFFFF"/>
            </a:solidFill>
            <a:prstDash val="solid"/>
          </a:ln>
        </p:spPr>
      </p:sp>
      <p:sp>
        <p:nvSpPr>
          <p:cNvPr id="23" name="Text 18"/>
          <p:cNvSpPr txBox="1"/>
          <p:nvPr/>
        </p:nvSpPr>
        <p:spPr>
          <a:xfrm>
            <a:off x="6376111" y="1600200"/>
            <a:ext cx="384048" cy="384048"/>
          </a:xfrm>
          <a:prstGeom prst="rect">
            <a:avLst/>
          </a:prstGeom>
          <a:noFill/>
          <a:ln/>
        </p:spPr>
        <p:txBody>
          <a:bodyPr wrap="square" lIns="0" tIns="0" rIns="0" bIns="0" rtlCol="0" anchor="ctr"/>
          <a:lstStyle/>
          <a:p>
            <a:pPr algn="ctr" indent="0" marL="0">
              <a:buNone/>
            </a:pPr>
            <a:r>
              <a:rPr lang="en-US" altLang="en-US" sz="1300" b="1" dirty="0">
                <a:solidFill>
                  <a:schemeClr val="bg1"/>
                </a:solidFill>
                <a:latin typeface="Arial" pitchFamily="34" charset="0"/>
                <a:ea typeface="Arial" pitchFamily="34" charset="-122"/>
                <a:cs typeface="Arial" pitchFamily="34" charset="-120"/>
              </a:rPr>
              <a:t>3</a:t>
            </a:r>
            <a:endParaRPr lang="en-US" sz="1300" dirty="0"/>
          </a:p>
        </p:txBody>
      </p:sp>
      <p:sp>
        <p:nvSpPr>
          <p:cNvPr id="24" name="Shape 19"/>
          <p:cNvSpPr/>
          <p:nvPr/>
        </p:nvSpPr>
        <p:spPr>
          <a:xfrm>
            <a:off x="8022031" y="1627632"/>
            <a:ext cx="566928" cy="566928"/>
          </a:xfrm>
          <a:prstGeom prst="ellipse">
            <a:avLst/>
          </a:prstGeom>
          <a:solidFill>
            <a:srgbClr val="FFFFFF"/>
          </a:solidFill>
          <a:ln/>
        </p:spPr>
      </p:sp>
      <p:pic>
        <p:nvPicPr>
          <p:cNvPr id="25" name="Image 3" descr="preencoded.png">    </p:cNvPr>
          <p:cNvPicPr>
            <a:picLocks noChangeAspect="1"/>
          </p:cNvPicPr>
          <p:nvPr/>
        </p:nvPicPr>
        <p:blipFill>
          <a:blip r:embed="rId4"/>
          <a:stretch>
            <a:fillRect/>
          </a:stretch>
        </p:blipFill>
        <p:spPr>
          <a:xfrm>
            <a:off x="8159191" y="1764792"/>
            <a:ext cx="292608" cy="292608"/>
          </a:xfrm>
          <a:prstGeom prst="rect">
            <a:avLst/>
          </a:prstGeom>
        </p:spPr>
      </p:pic>
      <p:sp>
        <p:nvSpPr>
          <p:cNvPr id="26" name="Text 20"/>
          <p:cNvSpPr txBox="1"/>
          <p:nvPr/>
        </p:nvSpPr>
        <p:spPr>
          <a:xfrm>
            <a:off x="6394399" y="2331720"/>
            <a:ext cx="2240280" cy="457200"/>
          </a:xfrm>
          <a:prstGeom prst="rect">
            <a:avLst/>
          </a:prstGeom>
          <a:noFill/>
          <a:ln/>
        </p:spPr>
        <p:txBody>
          <a:bodyPr wrap="square" lIns="0" tIns="0" rIns="0" bIns="0" rtlCol="0" anchor="t"/>
          <a:lstStyle/>
          <a:p>
            <a:pPr algn="l" indent="0" marL="0">
              <a:buNone/>
            </a:pPr>
            <a:r>
              <a:rPr lang="en-US" altLang="en-US" sz="1700" b="1" dirty="0">
                <a:solidFill>
                  <a:schemeClr val="tx2"/>
                </a:solidFill>
                <a:latin typeface="Arial" pitchFamily="34" charset="0"/>
                <a:ea typeface="Arial" pitchFamily="34" charset="-122"/>
                <a:cs typeface="Arial" pitchFamily="34" charset="-120"/>
              </a:rPr>
              <a:t>Title &amp; instructions</a:t>
            </a:r>
            <a:endParaRPr lang="en-US" sz="1700" dirty="0"/>
          </a:p>
        </p:txBody>
      </p:sp>
      <p:sp>
        <p:nvSpPr>
          <p:cNvPr id="27" name="Text 21"/>
          <p:cNvSpPr txBox="1"/>
          <p:nvPr/>
        </p:nvSpPr>
        <p:spPr>
          <a:xfrm>
            <a:off x="6394399" y="2788920"/>
            <a:ext cx="2240280" cy="41148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Standard format</a:t>
            </a:r>
            <a:endParaRPr lang="en-US" sz="1400" dirty="0"/>
          </a:p>
        </p:txBody>
      </p:sp>
      <p:sp>
        <p:nvSpPr>
          <p:cNvPr id="28" name="Shape 22"/>
          <p:cNvSpPr/>
          <p:nvPr/>
        </p:nvSpPr>
        <p:spPr>
          <a:xfrm>
            <a:off x="8808415" y="2267712"/>
            <a:ext cx="256032" cy="292608"/>
          </a:xfrm>
          <a:prstGeom prst="rightArrow">
            <a:avLst/>
          </a:prstGeom>
          <a:solidFill>
            <a:srgbClr val="F2A900"/>
          </a:solidFill>
          <a:ln/>
        </p:spPr>
      </p:sp>
      <p:sp>
        <p:nvSpPr>
          <p:cNvPr id="29" name="step-4"/>
          <p:cNvSpPr/>
          <p:nvPr/>
        </p:nvSpPr>
        <p:spPr>
          <a:xfrm>
            <a:off x="9110167" y="1463040"/>
            <a:ext cx="2514600" cy="1920240"/>
          </a:xfrm>
          <a:prstGeom prst="roundRect">
            <a:avLst>
              <a:gd name="adj" fmla="val 5714"/>
            </a:avLst>
          </a:prstGeom>
          <a:solidFill>
            <a:schemeClr val="bg2"/>
          </a:solidFill>
          <a:ln/>
        </p:spPr>
      </p:sp>
      <p:sp>
        <p:nvSpPr>
          <p:cNvPr id="30" name="Shape 24"/>
          <p:cNvSpPr/>
          <p:nvPr/>
        </p:nvSpPr>
        <p:spPr>
          <a:xfrm>
            <a:off x="9229039" y="1600200"/>
            <a:ext cx="384048" cy="384048"/>
          </a:xfrm>
          <a:prstGeom prst="ellipse">
            <a:avLst/>
          </a:prstGeom>
          <a:solidFill>
            <a:schemeClr val="accent1"/>
          </a:solidFill>
          <a:ln w="19050">
            <a:solidFill>
              <a:srgbClr val="FFFFFF"/>
            </a:solidFill>
            <a:prstDash val="solid"/>
          </a:ln>
        </p:spPr>
      </p:sp>
      <p:sp>
        <p:nvSpPr>
          <p:cNvPr id="31" name="Text 25"/>
          <p:cNvSpPr txBox="1"/>
          <p:nvPr/>
        </p:nvSpPr>
        <p:spPr>
          <a:xfrm>
            <a:off x="9229039" y="1600200"/>
            <a:ext cx="384048" cy="384048"/>
          </a:xfrm>
          <a:prstGeom prst="rect">
            <a:avLst/>
          </a:prstGeom>
          <a:noFill/>
          <a:ln/>
        </p:spPr>
        <p:txBody>
          <a:bodyPr wrap="square" lIns="0" tIns="0" rIns="0" bIns="0" rtlCol="0" anchor="ctr"/>
          <a:lstStyle/>
          <a:p>
            <a:pPr algn="ctr" indent="0" marL="0">
              <a:buNone/>
            </a:pPr>
            <a:r>
              <a:rPr lang="en-US" altLang="en-US" sz="1300" b="1" dirty="0">
                <a:solidFill>
                  <a:schemeClr val="bg1"/>
                </a:solidFill>
                <a:latin typeface="Arial" pitchFamily="34" charset="0"/>
                <a:ea typeface="Arial" pitchFamily="34" charset="-122"/>
                <a:cs typeface="Arial" pitchFamily="34" charset="-120"/>
              </a:rPr>
              <a:t>4</a:t>
            </a:r>
            <a:endParaRPr lang="en-US" sz="1300" dirty="0"/>
          </a:p>
        </p:txBody>
      </p:sp>
      <p:sp>
        <p:nvSpPr>
          <p:cNvPr id="32" name="Shape 26"/>
          <p:cNvSpPr/>
          <p:nvPr/>
        </p:nvSpPr>
        <p:spPr>
          <a:xfrm>
            <a:off x="10874959" y="1627632"/>
            <a:ext cx="566928" cy="566928"/>
          </a:xfrm>
          <a:prstGeom prst="ellipse">
            <a:avLst/>
          </a:prstGeom>
          <a:solidFill>
            <a:srgbClr val="FFFFFF"/>
          </a:solidFill>
          <a:ln/>
        </p:spPr>
      </p:sp>
      <p:pic>
        <p:nvPicPr>
          <p:cNvPr id="33" name="Image 4" descr="preencoded.png">    </p:cNvPr>
          <p:cNvPicPr>
            <a:picLocks noChangeAspect="1"/>
          </p:cNvPicPr>
          <p:nvPr/>
        </p:nvPicPr>
        <p:blipFill>
          <a:blip r:embed="rId5"/>
          <a:stretch>
            <a:fillRect/>
          </a:stretch>
        </p:blipFill>
        <p:spPr>
          <a:xfrm>
            <a:off x="11012119" y="1764792"/>
            <a:ext cx="292608" cy="292608"/>
          </a:xfrm>
          <a:prstGeom prst="rect">
            <a:avLst/>
          </a:prstGeom>
        </p:spPr>
      </p:pic>
      <p:sp>
        <p:nvSpPr>
          <p:cNvPr id="34" name="Text 27"/>
          <p:cNvSpPr txBox="1"/>
          <p:nvPr/>
        </p:nvSpPr>
        <p:spPr>
          <a:xfrm>
            <a:off x="9247327" y="2331720"/>
            <a:ext cx="2240280" cy="457200"/>
          </a:xfrm>
          <a:prstGeom prst="rect">
            <a:avLst/>
          </a:prstGeom>
          <a:noFill/>
          <a:ln/>
        </p:spPr>
        <p:txBody>
          <a:bodyPr wrap="square" lIns="0" tIns="0" rIns="0" bIns="0" rtlCol="0" anchor="t"/>
          <a:lstStyle/>
          <a:p>
            <a:pPr algn="l" indent="0" marL="0">
              <a:buNone/>
            </a:pPr>
            <a:r>
              <a:rPr lang="en-US" altLang="en-US" sz="1700" b="1" dirty="0">
                <a:solidFill>
                  <a:schemeClr val="tx2"/>
                </a:solidFill>
                <a:latin typeface="Arial" pitchFamily="34" charset="0"/>
                <a:ea typeface="Arial" pitchFamily="34" charset="-122"/>
                <a:cs typeface="Arial" pitchFamily="34" charset="-120"/>
              </a:rPr>
              <a:t>Questions &amp; points</a:t>
            </a:r>
            <a:endParaRPr lang="en-US" sz="1700" dirty="0"/>
          </a:p>
        </p:txBody>
      </p:sp>
      <p:sp>
        <p:nvSpPr>
          <p:cNvPr id="35" name="Text 28"/>
          <p:cNvSpPr txBox="1"/>
          <p:nvPr/>
        </p:nvSpPr>
        <p:spPr>
          <a:xfrm>
            <a:off x="9247327" y="2788920"/>
            <a:ext cx="2240280" cy="41148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Correct answer + points</a:t>
            </a:r>
            <a:endParaRPr lang="en-US" sz="1400" dirty="0"/>
          </a:p>
        </p:txBody>
      </p:sp>
      <p:sp>
        <p:nvSpPr>
          <p:cNvPr id="36" name="step-5"/>
          <p:cNvSpPr/>
          <p:nvPr/>
        </p:nvSpPr>
        <p:spPr>
          <a:xfrm>
            <a:off x="551383" y="3840480"/>
            <a:ext cx="2514600" cy="1920240"/>
          </a:xfrm>
          <a:prstGeom prst="roundRect">
            <a:avLst>
              <a:gd name="adj" fmla="val 5714"/>
            </a:avLst>
          </a:prstGeom>
          <a:solidFill>
            <a:schemeClr val="bg2"/>
          </a:solidFill>
          <a:ln/>
        </p:spPr>
      </p:sp>
      <p:sp>
        <p:nvSpPr>
          <p:cNvPr id="37" name="Shape 30"/>
          <p:cNvSpPr/>
          <p:nvPr/>
        </p:nvSpPr>
        <p:spPr>
          <a:xfrm>
            <a:off x="670255" y="3977640"/>
            <a:ext cx="384048" cy="384048"/>
          </a:xfrm>
          <a:prstGeom prst="ellipse">
            <a:avLst/>
          </a:prstGeom>
          <a:solidFill>
            <a:schemeClr val="accent1"/>
          </a:solidFill>
          <a:ln w="19050">
            <a:solidFill>
              <a:srgbClr val="FFFFFF"/>
            </a:solidFill>
            <a:prstDash val="solid"/>
          </a:ln>
        </p:spPr>
      </p:sp>
      <p:sp>
        <p:nvSpPr>
          <p:cNvPr id="38" name="Text 31"/>
          <p:cNvSpPr txBox="1"/>
          <p:nvPr/>
        </p:nvSpPr>
        <p:spPr>
          <a:xfrm>
            <a:off x="670255" y="3977640"/>
            <a:ext cx="384048" cy="384048"/>
          </a:xfrm>
          <a:prstGeom prst="rect">
            <a:avLst/>
          </a:prstGeom>
          <a:noFill/>
          <a:ln/>
        </p:spPr>
        <p:txBody>
          <a:bodyPr wrap="square" lIns="0" tIns="0" rIns="0" bIns="0" rtlCol="0" anchor="ctr"/>
          <a:lstStyle/>
          <a:p>
            <a:pPr algn="ctr" indent="0" marL="0">
              <a:buNone/>
            </a:pPr>
            <a:r>
              <a:rPr lang="en-US" altLang="en-US" sz="1300" b="1" dirty="0">
                <a:solidFill>
                  <a:schemeClr val="bg1"/>
                </a:solidFill>
                <a:latin typeface="Arial" pitchFamily="34" charset="0"/>
                <a:ea typeface="Arial" pitchFamily="34" charset="-122"/>
                <a:cs typeface="Arial" pitchFamily="34" charset="-120"/>
              </a:rPr>
              <a:t>5</a:t>
            </a:r>
            <a:endParaRPr lang="en-US" sz="1300" dirty="0"/>
          </a:p>
        </p:txBody>
      </p:sp>
      <p:sp>
        <p:nvSpPr>
          <p:cNvPr id="39" name="Shape 32"/>
          <p:cNvSpPr/>
          <p:nvPr/>
        </p:nvSpPr>
        <p:spPr>
          <a:xfrm>
            <a:off x="2316175" y="4005072"/>
            <a:ext cx="566928" cy="566928"/>
          </a:xfrm>
          <a:prstGeom prst="ellipse">
            <a:avLst/>
          </a:prstGeom>
          <a:solidFill>
            <a:srgbClr val="FFFFFF"/>
          </a:solidFill>
          <a:ln/>
        </p:spPr>
      </p:sp>
      <p:pic>
        <p:nvPicPr>
          <p:cNvPr id="40" name="Image 5" descr="preencoded.png">    </p:cNvPr>
          <p:cNvPicPr>
            <a:picLocks noChangeAspect="1"/>
          </p:cNvPicPr>
          <p:nvPr/>
        </p:nvPicPr>
        <p:blipFill>
          <a:blip r:embed="rId6"/>
          <a:stretch>
            <a:fillRect/>
          </a:stretch>
        </p:blipFill>
        <p:spPr>
          <a:xfrm>
            <a:off x="2453335" y="4142232"/>
            <a:ext cx="292608" cy="292608"/>
          </a:xfrm>
          <a:prstGeom prst="rect">
            <a:avLst/>
          </a:prstGeom>
        </p:spPr>
      </p:pic>
      <p:sp>
        <p:nvSpPr>
          <p:cNvPr id="41" name="Text 33"/>
          <p:cNvSpPr txBox="1"/>
          <p:nvPr/>
        </p:nvSpPr>
        <p:spPr>
          <a:xfrm>
            <a:off x="688543" y="4709160"/>
            <a:ext cx="2240280" cy="457200"/>
          </a:xfrm>
          <a:prstGeom prst="rect">
            <a:avLst/>
          </a:prstGeom>
          <a:noFill/>
          <a:ln/>
        </p:spPr>
        <p:txBody>
          <a:bodyPr wrap="square" lIns="0" tIns="0" rIns="0" bIns="0" rtlCol="0" anchor="t"/>
          <a:lstStyle/>
          <a:p>
            <a:pPr algn="l" indent="0" marL="0">
              <a:buNone/>
            </a:pPr>
            <a:r>
              <a:rPr lang="en-US" altLang="en-US" sz="1700" b="1" dirty="0">
                <a:solidFill>
                  <a:schemeClr val="tx2"/>
                </a:solidFill>
                <a:latin typeface="Arial" pitchFamily="34" charset="0"/>
                <a:ea typeface="Arial" pitchFamily="34" charset="-122"/>
                <a:cs typeface="Arial" pitchFamily="34" charset="-120"/>
              </a:rPr>
              <a:t>Settings</a:t>
            </a:r>
            <a:endParaRPr lang="en-US" sz="1700" dirty="0"/>
          </a:p>
        </p:txBody>
      </p:sp>
      <p:sp>
        <p:nvSpPr>
          <p:cNvPr id="42" name="Text 34"/>
          <p:cNvSpPr txBox="1"/>
          <p:nvPr/>
        </p:nvSpPr>
        <p:spPr>
          <a:xfrm>
            <a:off x="688543" y="5166360"/>
            <a:ext cx="2240280" cy="41148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Access, time, results</a:t>
            </a:r>
            <a:endParaRPr lang="en-US" sz="1400" dirty="0"/>
          </a:p>
        </p:txBody>
      </p:sp>
      <p:sp>
        <p:nvSpPr>
          <p:cNvPr id="43" name="Shape 35"/>
          <p:cNvSpPr/>
          <p:nvPr/>
        </p:nvSpPr>
        <p:spPr>
          <a:xfrm>
            <a:off x="3102559" y="4645152"/>
            <a:ext cx="256032" cy="292608"/>
          </a:xfrm>
          <a:prstGeom prst="rightArrow">
            <a:avLst/>
          </a:prstGeom>
          <a:solidFill>
            <a:srgbClr val="F2A900"/>
          </a:solidFill>
          <a:ln/>
        </p:spPr>
      </p:sp>
      <p:sp>
        <p:nvSpPr>
          <p:cNvPr id="44" name="step-6"/>
          <p:cNvSpPr/>
          <p:nvPr/>
        </p:nvSpPr>
        <p:spPr>
          <a:xfrm>
            <a:off x="3404311" y="3840480"/>
            <a:ext cx="2514600" cy="1920240"/>
          </a:xfrm>
          <a:prstGeom prst="roundRect">
            <a:avLst>
              <a:gd name="adj" fmla="val 5714"/>
            </a:avLst>
          </a:prstGeom>
          <a:solidFill>
            <a:schemeClr val="bg2"/>
          </a:solidFill>
          <a:ln/>
        </p:spPr>
      </p:sp>
      <p:sp>
        <p:nvSpPr>
          <p:cNvPr id="45" name="Shape 37"/>
          <p:cNvSpPr/>
          <p:nvPr/>
        </p:nvSpPr>
        <p:spPr>
          <a:xfrm>
            <a:off x="3523183" y="3977640"/>
            <a:ext cx="384048" cy="384048"/>
          </a:xfrm>
          <a:prstGeom prst="ellipse">
            <a:avLst/>
          </a:prstGeom>
          <a:solidFill>
            <a:schemeClr val="accent1"/>
          </a:solidFill>
          <a:ln w="19050">
            <a:solidFill>
              <a:srgbClr val="FFFFFF"/>
            </a:solidFill>
            <a:prstDash val="solid"/>
          </a:ln>
        </p:spPr>
      </p:sp>
      <p:sp>
        <p:nvSpPr>
          <p:cNvPr id="46" name="Text 38"/>
          <p:cNvSpPr txBox="1"/>
          <p:nvPr/>
        </p:nvSpPr>
        <p:spPr>
          <a:xfrm>
            <a:off x="3523183" y="3977640"/>
            <a:ext cx="384048" cy="384048"/>
          </a:xfrm>
          <a:prstGeom prst="rect">
            <a:avLst/>
          </a:prstGeom>
          <a:noFill/>
          <a:ln/>
        </p:spPr>
        <p:txBody>
          <a:bodyPr wrap="square" lIns="0" tIns="0" rIns="0" bIns="0" rtlCol="0" anchor="ctr"/>
          <a:lstStyle/>
          <a:p>
            <a:pPr algn="ctr" indent="0" marL="0">
              <a:buNone/>
            </a:pPr>
            <a:r>
              <a:rPr lang="en-US" altLang="en-US" sz="1300" b="1" dirty="0">
                <a:solidFill>
                  <a:schemeClr val="bg1"/>
                </a:solidFill>
                <a:latin typeface="Arial" pitchFamily="34" charset="0"/>
                <a:ea typeface="Arial" pitchFamily="34" charset="-122"/>
                <a:cs typeface="Arial" pitchFamily="34" charset="-120"/>
              </a:rPr>
              <a:t>6</a:t>
            </a:r>
            <a:endParaRPr lang="en-US" sz="1300" dirty="0"/>
          </a:p>
        </p:txBody>
      </p:sp>
      <p:sp>
        <p:nvSpPr>
          <p:cNvPr id="47" name="Shape 39"/>
          <p:cNvSpPr/>
          <p:nvPr/>
        </p:nvSpPr>
        <p:spPr>
          <a:xfrm>
            <a:off x="5169103" y="4005072"/>
            <a:ext cx="566928" cy="566928"/>
          </a:xfrm>
          <a:prstGeom prst="ellipse">
            <a:avLst/>
          </a:prstGeom>
          <a:solidFill>
            <a:srgbClr val="FFFFFF"/>
          </a:solidFill>
          <a:ln/>
        </p:spPr>
      </p:sp>
      <p:pic>
        <p:nvPicPr>
          <p:cNvPr id="48" name="Image 6" descr="preencoded.png">    </p:cNvPr>
          <p:cNvPicPr>
            <a:picLocks noChangeAspect="1"/>
          </p:cNvPicPr>
          <p:nvPr/>
        </p:nvPicPr>
        <p:blipFill>
          <a:blip r:embed="rId7"/>
          <a:stretch>
            <a:fillRect/>
          </a:stretch>
        </p:blipFill>
        <p:spPr>
          <a:xfrm>
            <a:off x="5306263" y="4142232"/>
            <a:ext cx="292608" cy="292608"/>
          </a:xfrm>
          <a:prstGeom prst="rect">
            <a:avLst/>
          </a:prstGeom>
        </p:spPr>
      </p:pic>
      <p:sp>
        <p:nvSpPr>
          <p:cNvPr id="49" name="Text 40"/>
          <p:cNvSpPr txBox="1"/>
          <p:nvPr/>
        </p:nvSpPr>
        <p:spPr>
          <a:xfrm>
            <a:off x="3541471" y="4709160"/>
            <a:ext cx="2240280" cy="457200"/>
          </a:xfrm>
          <a:prstGeom prst="rect">
            <a:avLst/>
          </a:prstGeom>
          <a:noFill/>
          <a:ln/>
        </p:spPr>
        <p:txBody>
          <a:bodyPr wrap="square" lIns="0" tIns="0" rIns="0" bIns="0" rtlCol="0" anchor="t"/>
          <a:lstStyle/>
          <a:p>
            <a:pPr algn="l" indent="0" marL="0">
              <a:buNone/>
            </a:pPr>
            <a:r>
              <a:rPr lang="en-US" altLang="en-US" sz="1700" b="1" dirty="0">
                <a:solidFill>
                  <a:schemeClr val="tx2"/>
                </a:solidFill>
                <a:latin typeface="Arial" pitchFamily="34" charset="0"/>
                <a:ea typeface="Arial" pitchFamily="34" charset="-122"/>
                <a:cs typeface="Arial" pitchFamily="34" charset="-120"/>
              </a:rPr>
              <a:t>Preview &amp; trial</a:t>
            </a:r>
            <a:endParaRPr lang="en-US" sz="1700" dirty="0"/>
          </a:p>
        </p:txBody>
      </p:sp>
      <p:sp>
        <p:nvSpPr>
          <p:cNvPr id="50" name="Text 41"/>
          <p:cNvSpPr txBox="1"/>
          <p:nvPr/>
        </p:nvSpPr>
        <p:spPr>
          <a:xfrm>
            <a:off x="3541471" y="5166360"/>
            <a:ext cx="2240280" cy="41148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Student view</a:t>
            </a:r>
            <a:endParaRPr lang="en-US" sz="1400" dirty="0"/>
          </a:p>
        </p:txBody>
      </p:sp>
      <p:sp>
        <p:nvSpPr>
          <p:cNvPr id="51" name="Shape 42"/>
          <p:cNvSpPr/>
          <p:nvPr/>
        </p:nvSpPr>
        <p:spPr>
          <a:xfrm>
            <a:off x="5955487" y="4645152"/>
            <a:ext cx="256032" cy="292608"/>
          </a:xfrm>
          <a:prstGeom prst="rightArrow">
            <a:avLst/>
          </a:prstGeom>
          <a:solidFill>
            <a:srgbClr val="F2A900"/>
          </a:solidFill>
          <a:ln/>
        </p:spPr>
      </p:sp>
      <p:sp>
        <p:nvSpPr>
          <p:cNvPr id="52" name="step-7"/>
          <p:cNvSpPr/>
          <p:nvPr/>
        </p:nvSpPr>
        <p:spPr>
          <a:xfrm>
            <a:off x="6257239" y="3840480"/>
            <a:ext cx="2514600" cy="1920240"/>
          </a:xfrm>
          <a:prstGeom prst="roundRect">
            <a:avLst>
              <a:gd name="adj" fmla="val 5714"/>
            </a:avLst>
          </a:prstGeom>
          <a:solidFill>
            <a:schemeClr val="bg2"/>
          </a:solidFill>
          <a:ln/>
        </p:spPr>
      </p:sp>
      <p:sp>
        <p:nvSpPr>
          <p:cNvPr id="53" name="Shape 44"/>
          <p:cNvSpPr/>
          <p:nvPr/>
        </p:nvSpPr>
        <p:spPr>
          <a:xfrm>
            <a:off x="6376111" y="3977640"/>
            <a:ext cx="384048" cy="384048"/>
          </a:xfrm>
          <a:prstGeom prst="ellipse">
            <a:avLst/>
          </a:prstGeom>
          <a:solidFill>
            <a:schemeClr val="accent1"/>
          </a:solidFill>
          <a:ln w="19050">
            <a:solidFill>
              <a:srgbClr val="FFFFFF"/>
            </a:solidFill>
            <a:prstDash val="solid"/>
          </a:ln>
        </p:spPr>
      </p:sp>
      <p:sp>
        <p:nvSpPr>
          <p:cNvPr id="54" name="Text 45"/>
          <p:cNvSpPr txBox="1"/>
          <p:nvPr/>
        </p:nvSpPr>
        <p:spPr>
          <a:xfrm>
            <a:off x="6376111" y="3977640"/>
            <a:ext cx="384048" cy="384048"/>
          </a:xfrm>
          <a:prstGeom prst="rect">
            <a:avLst/>
          </a:prstGeom>
          <a:noFill/>
          <a:ln/>
        </p:spPr>
        <p:txBody>
          <a:bodyPr wrap="square" lIns="0" tIns="0" rIns="0" bIns="0" rtlCol="0" anchor="ctr"/>
          <a:lstStyle/>
          <a:p>
            <a:pPr algn="ctr" indent="0" marL="0">
              <a:buNone/>
            </a:pPr>
            <a:r>
              <a:rPr lang="en-US" altLang="en-US" sz="1300" b="1" dirty="0">
                <a:solidFill>
                  <a:schemeClr val="bg1"/>
                </a:solidFill>
                <a:latin typeface="Arial" pitchFamily="34" charset="0"/>
                <a:ea typeface="Arial" pitchFamily="34" charset="-122"/>
                <a:cs typeface="Arial" pitchFamily="34" charset="-120"/>
              </a:rPr>
              <a:t>7</a:t>
            </a:r>
            <a:endParaRPr lang="en-US" sz="1300" dirty="0"/>
          </a:p>
        </p:txBody>
      </p:sp>
      <p:sp>
        <p:nvSpPr>
          <p:cNvPr id="55" name="Shape 46"/>
          <p:cNvSpPr/>
          <p:nvPr/>
        </p:nvSpPr>
        <p:spPr>
          <a:xfrm>
            <a:off x="8022031" y="4005072"/>
            <a:ext cx="566928" cy="566928"/>
          </a:xfrm>
          <a:prstGeom prst="ellipse">
            <a:avLst/>
          </a:prstGeom>
          <a:solidFill>
            <a:srgbClr val="FFFFFF"/>
          </a:solidFill>
          <a:ln/>
        </p:spPr>
      </p:sp>
      <p:pic>
        <p:nvPicPr>
          <p:cNvPr id="56" name="Image 7" descr="preencoded.png">    </p:cNvPr>
          <p:cNvPicPr>
            <a:picLocks noChangeAspect="1"/>
          </p:cNvPicPr>
          <p:nvPr/>
        </p:nvPicPr>
        <p:blipFill>
          <a:blip r:embed="rId8"/>
          <a:stretch>
            <a:fillRect/>
          </a:stretch>
        </p:blipFill>
        <p:spPr>
          <a:xfrm>
            <a:off x="8159191" y="4142232"/>
            <a:ext cx="292608" cy="292608"/>
          </a:xfrm>
          <a:prstGeom prst="rect">
            <a:avLst/>
          </a:prstGeom>
        </p:spPr>
      </p:pic>
      <p:sp>
        <p:nvSpPr>
          <p:cNvPr id="57" name="Text 47"/>
          <p:cNvSpPr txBox="1"/>
          <p:nvPr/>
        </p:nvSpPr>
        <p:spPr>
          <a:xfrm>
            <a:off x="6394399" y="4709160"/>
            <a:ext cx="2240280" cy="457200"/>
          </a:xfrm>
          <a:prstGeom prst="rect">
            <a:avLst/>
          </a:prstGeom>
          <a:noFill/>
          <a:ln/>
        </p:spPr>
        <p:txBody>
          <a:bodyPr wrap="square" lIns="0" tIns="0" rIns="0" bIns="0" rtlCol="0" anchor="t"/>
          <a:lstStyle/>
          <a:p>
            <a:pPr algn="l" indent="0" marL="0">
              <a:buNone/>
            </a:pPr>
            <a:r>
              <a:rPr lang="en-US" altLang="en-US" sz="1700" b="1" dirty="0">
                <a:solidFill>
                  <a:schemeClr val="tx2"/>
                </a:solidFill>
                <a:latin typeface="Arial" pitchFamily="34" charset="0"/>
                <a:ea typeface="Arial" pitchFamily="34" charset="-122"/>
                <a:cs typeface="Arial" pitchFamily="34" charset="-120"/>
              </a:rPr>
              <a:t>Send to HoD</a:t>
            </a:r>
            <a:endParaRPr lang="en-US" sz="1700" dirty="0"/>
          </a:p>
        </p:txBody>
      </p:sp>
      <p:sp>
        <p:nvSpPr>
          <p:cNvPr id="58" name="Text 48"/>
          <p:cNvSpPr txBox="1"/>
          <p:nvPr/>
        </p:nvSpPr>
        <p:spPr>
          <a:xfrm>
            <a:off x="6394399" y="5166360"/>
            <a:ext cx="2240280" cy="41148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Review &amp; approval</a:t>
            </a:r>
            <a:endParaRPr lang="en-US" sz="1400" dirty="0"/>
          </a:p>
        </p:txBody>
      </p:sp>
      <p:sp>
        <p:nvSpPr>
          <p:cNvPr id="59" name="Shape 49"/>
          <p:cNvSpPr/>
          <p:nvPr/>
        </p:nvSpPr>
        <p:spPr>
          <a:xfrm>
            <a:off x="8808415" y="4645152"/>
            <a:ext cx="256032" cy="292608"/>
          </a:xfrm>
          <a:prstGeom prst="rightArrow">
            <a:avLst/>
          </a:prstGeom>
          <a:solidFill>
            <a:srgbClr val="F2A900"/>
          </a:solidFill>
          <a:ln/>
        </p:spPr>
      </p:sp>
      <p:sp>
        <p:nvSpPr>
          <p:cNvPr id="60" name="step-8"/>
          <p:cNvSpPr/>
          <p:nvPr/>
        </p:nvSpPr>
        <p:spPr>
          <a:xfrm>
            <a:off x="9110167" y="3840480"/>
            <a:ext cx="2514600" cy="1920240"/>
          </a:xfrm>
          <a:prstGeom prst="roundRect">
            <a:avLst>
              <a:gd name="adj" fmla="val 5714"/>
            </a:avLst>
          </a:prstGeom>
          <a:solidFill>
            <a:srgbClr val="FFF4D6"/>
          </a:solidFill>
          <a:ln/>
        </p:spPr>
      </p:sp>
      <p:sp>
        <p:nvSpPr>
          <p:cNvPr id="61" name="Shape 51"/>
          <p:cNvSpPr/>
          <p:nvPr/>
        </p:nvSpPr>
        <p:spPr>
          <a:xfrm>
            <a:off x="9229039" y="3977640"/>
            <a:ext cx="384048" cy="384048"/>
          </a:xfrm>
          <a:prstGeom prst="ellipse">
            <a:avLst/>
          </a:prstGeom>
          <a:solidFill>
            <a:schemeClr val="accent1"/>
          </a:solidFill>
          <a:ln w="19050">
            <a:solidFill>
              <a:srgbClr val="FFFFFF"/>
            </a:solidFill>
            <a:prstDash val="solid"/>
          </a:ln>
        </p:spPr>
      </p:sp>
      <p:sp>
        <p:nvSpPr>
          <p:cNvPr id="62" name="Text 52"/>
          <p:cNvSpPr txBox="1"/>
          <p:nvPr/>
        </p:nvSpPr>
        <p:spPr>
          <a:xfrm>
            <a:off x="9229039" y="3977640"/>
            <a:ext cx="384048" cy="384048"/>
          </a:xfrm>
          <a:prstGeom prst="rect">
            <a:avLst/>
          </a:prstGeom>
          <a:noFill/>
          <a:ln/>
        </p:spPr>
        <p:txBody>
          <a:bodyPr wrap="square" lIns="0" tIns="0" rIns="0" bIns="0" rtlCol="0" anchor="ctr"/>
          <a:lstStyle/>
          <a:p>
            <a:pPr algn="ctr" indent="0" marL="0">
              <a:buNone/>
            </a:pPr>
            <a:r>
              <a:rPr lang="en-US" altLang="en-US" sz="1300" b="1" dirty="0">
                <a:solidFill>
                  <a:schemeClr val="bg1"/>
                </a:solidFill>
                <a:latin typeface="Arial" pitchFamily="34" charset="0"/>
                <a:ea typeface="Arial" pitchFamily="34" charset="-122"/>
                <a:cs typeface="Arial" pitchFamily="34" charset="-120"/>
              </a:rPr>
              <a:t>8</a:t>
            </a:r>
            <a:endParaRPr lang="en-US" sz="1300" dirty="0"/>
          </a:p>
        </p:txBody>
      </p:sp>
      <p:sp>
        <p:nvSpPr>
          <p:cNvPr id="63" name="Shape 53"/>
          <p:cNvSpPr/>
          <p:nvPr/>
        </p:nvSpPr>
        <p:spPr>
          <a:xfrm>
            <a:off x="10874959" y="4005072"/>
            <a:ext cx="566928" cy="566928"/>
          </a:xfrm>
          <a:prstGeom prst="ellipse">
            <a:avLst/>
          </a:prstGeom>
          <a:solidFill>
            <a:srgbClr val="FFFFFF"/>
          </a:solidFill>
          <a:ln/>
        </p:spPr>
      </p:sp>
      <p:pic>
        <p:nvPicPr>
          <p:cNvPr id="64" name="Image 8" descr="preencoded.png">    </p:cNvPr>
          <p:cNvPicPr>
            <a:picLocks noChangeAspect="1"/>
          </p:cNvPicPr>
          <p:nvPr/>
        </p:nvPicPr>
        <p:blipFill>
          <a:blip r:embed="rId9"/>
          <a:stretch>
            <a:fillRect/>
          </a:stretch>
        </p:blipFill>
        <p:spPr>
          <a:xfrm>
            <a:off x="11012119" y="4142232"/>
            <a:ext cx="292608" cy="292608"/>
          </a:xfrm>
          <a:prstGeom prst="rect">
            <a:avLst/>
          </a:prstGeom>
        </p:spPr>
      </p:pic>
      <p:sp>
        <p:nvSpPr>
          <p:cNvPr id="65" name="Text 54"/>
          <p:cNvSpPr txBox="1"/>
          <p:nvPr/>
        </p:nvSpPr>
        <p:spPr>
          <a:xfrm>
            <a:off x="9247327" y="4709160"/>
            <a:ext cx="2240280" cy="457200"/>
          </a:xfrm>
          <a:prstGeom prst="rect">
            <a:avLst/>
          </a:prstGeom>
          <a:noFill/>
          <a:ln/>
        </p:spPr>
        <p:txBody>
          <a:bodyPr wrap="square" lIns="0" tIns="0" rIns="0" bIns="0" rtlCol="0" anchor="t"/>
          <a:lstStyle/>
          <a:p>
            <a:pPr algn="l" indent="0" marL="0">
              <a:buNone/>
            </a:pPr>
            <a:r>
              <a:rPr lang="en-US" altLang="en-US" sz="1700" b="1" dirty="0">
                <a:solidFill>
                  <a:schemeClr val="tx2"/>
                </a:solidFill>
                <a:latin typeface="Arial" pitchFamily="34" charset="0"/>
                <a:ea typeface="Arial" pitchFamily="34" charset="-122"/>
                <a:cs typeface="Arial" pitchFamily="34" charset="-120"/>
              </a:rPr>
              <a:t>Release the link</a:t>
            </a:r>
            <a:endParaRPr lang="en-US" sz="1700" dirty="0"/>
          </a:p>
        </p:txBody>
      </p:sp>
      <p:sp>
        <p:nvSpPr>
          <p:cNvPr id="66" name="Text 55"/>
          <p:cNvSpPr txBox="1"/>
          <p:nvPr/>
        </p:nvSpPr>
        <p:spPr>
          <a:xfrm>
            <a:off x="9247327" y="5166360"/>
            <a:ext cx="2240280" cy="41148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At 8:00 am</a:t>
            </a:r>
            <a:endParaRPr lang="en-US" sz="1400" dirty="0"/>
          </a:p>
        </p:txBody>
      </p:sp>
      <p:sp>
        <p:nvSpPr>
          <p:cNvPr id="67" name="Slide Number Placeholder 0"/>
          <p:cNvSpPr>
            <a:spLocks noGrp="1"/>
          </p:cNvSpPr>
          <p:nvPr>
            <p:ph type="sldNum" sz="quarter" idx="4294967295"/>
          </p:nvPr>
        </p:nvSpPr>
        <p:spPr>
          <a:xfrm>
            <a:off x="11201400" y="6419088"/>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6B7A8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1307592" y="347472"/>
            <a:ext cx="10332720" cy="777240"/>
          </a:xfrm>
          <a:prstGeom prst="rect">
            <a:avLst/>
          </a:prstGeom>
          <a:noFill/>
          <a:ln/>
        </p:spPr>
        <p:txBody>
          <a:bodyPr wrap="square" lIns="0" tIns="0" rIns="0" bIns="0" rtlCol="0" anchor="ctr"/>
          <a:lstStyle/>
          <a:p>
            <a:pPr algn="l" indent="0" marL="0">
              <a:buNone/>
            </a:pPr>
            <a:r>
              <a:rPr lang="en-US" altLang="en-US" sz="3000" b="1" dirty="0">
                <a:solidFill>
                  <a:schemeClr val="tx2"/>
                </a:solidFill>
              </a:rPr>
              <a:t>Sign in and choose New Quiz</a:t>
            </a:r>
            <a:endParaRPr lang="en-US" sz="3000" dirty="0"/>
          </a:p>
        </p:txBody>
      </p:sp>
      <p:sp>
        <p:nvSpPr>
          <p:cNvPr id="3" name="title-badge"/>
          <p:cNvSpPr/>
          <p:nvPr/>
        </p:nvSpPr>
        <p:spPr>
          <a:xfrm>
            <a:off x="505663" y="411480"/>
            <a:ext cx="640080" cy="640080"/>
          </a:xfrm>
          <a:prstGeom prst="ellipse">
            <a:avLst/>
          </a:prstGeom>
          <a:solidFill>
            <a:schemeClr val="accent1"/>
          </a:solidFill>
          <a:ln/>
        </p:spPr>
      </p:sp>
      <p:sp>
        <p:nvSpPr>
          <p:cNvPr id="4" name="Text 2"/>
          <p:cNvSpPr txBox="1"/>
          <p:nvPr/>
        </p:nvSpPr>
        <p:spPr>
          <a:xfrm>
            <a:off x="505663" y="411480"/>
            <a:ext cx="640080" cy="640080"/>
          </a:xfrm>
          <a:prstGeom prst="rect">
            <a:avLst/>
          </a:prstGeom>
          <a:noFill/>
          <a:ln/>
        </p:spPr>
        <p:txBody>
          <a:bodyPr wrap="square" lIns="0" tIns="0" rIns="0" bIns="0" rtlCol="0" anchor="ctr"/>
          <a:lstStyle/>
          <a:p>
            <a:pPr algn="ctr" indent="0" marL="0">
              <a:buNone/>
            </a:pPr>
            <a:r>
              <a:rPr lang="en-US" altLang="en-US" sz="2400" b="1" dirty="0">
                <a:solidFill>
                  <a:schemeClr val="bg1"/>
                </a:solidFill>
                <a:latin typeface="Arial" pitchFamily="34" charset="0"/>
                <a:ea typeface="Arial" pitchFamily="34" charset="-122"/>
                <a:cs typeface="Arial" pitchFamily="34" charset="-120"/>
              </a:rPr>
              <a:t>1</a:t>
            </a:r>
            <a:endParaRPr lang="en-US" sz="2400" dirty="0"/>
          </a:p>
        </p:txBody>
      </p:sp>
      <p:sp>
        <p:nvSpPr>
          <p:cNvPr id="5" name="Shape 3"/>
          <p:cNvSpPr/>
          <p:nvPr/>
        </p:nvSpPr>
        <p:spPr>
          <a:xfrm>
            <a:off x="4327855" y="1417320"/>
            <a:ext cx="7315200" cy="2203704"/>
          </a:xfrm>
          <a:prstGeom prst="rect">
            <a:avLst/>
          </a:prstGeom>
          <a:solidFill>
            <a:srgbClr val="FFFFFF"/>
          </a:solidFill>
          <a:ln w="12700">
            <a:solidFill>
              <a:srgbClr val="D6DCE0"/>
            </a:solidFill>
            <a:prstDash val="solid"/>
          </a:ln>
          <a:effectLst>
            <a:outerShdw sx="100000" sy="100000" kx="0" ky="0" algn="bl" rotWithShape="0" blurRad="76200" dist="25400" dir="5400000">
              <a:srgbClr val="000000">
                <a:alpha val="14000"/>
              </a:srgbClr>
            </a:outerShdw>
          </a:effectLst>
        </p:spPr>
      </p:sp>
      <p:pic>
        <p:nvPicPr>
          <p:cNvPr id="6" name="forms-home-screenshot" descr="home.png">    </p:cNvPr>
          <p:cNvPicPr>
            <a:picLocks noChangeAspect="1"/>
          </p:cNvPicPr>
          <p:nvPr/>
        </p:nvPicPr>
        <p:blipFill>
          <a:blip r:embed="rId1"/>
          <a:stretch>
            <a:fillRect/>
          </a:stretch>
        </p:blipFill>
        <p:spPr>
          <a:xfrm>
            <a:off x="4327855" y="1417320"/>
            <a:ext cx="7315200" cy="2203704"/>
          </a:xfrm>
          <a:prstGeom prst="rect">
            <a:avLst/>
          </a:prstGeom>
        </p:spPr>
      </p:pic>
      <p:sp>
        <p:nvSpPr>
          <p:cNvPr id="7" name="highlight"/>
          <p:cNvSpPr/>
          <p:nvPr/>
        </p:nvSpPr>
        <p:spPr>
          <a:xfrm>
            <a:off x="4562945" y="1993289"/>
            <a:ext cx="619069" cy="227253"/>
          </a:xfrm>
          <a:prstGeom prst="roundRect">
            <a:avLst>
              <a:gd name="adj" fmla="val 24142"/>
            </a:avLst>
          </a:prstGeom>
          <a:ln w="31750">
            <a:solidFill>
              <a:srgbClr val="F2A900"/>
            </a:solidFill>
            <a:prstDash val="solid"/>
          </a:ln>
        </p:spPr>
      </p:sp>
      <p:sp>
        <p:nvSpPr>
          <p:cNvPr id="8" name="Shape 5"/>
          <p:cNvSpPr/>
          <p:nvPr/>
        </p:nvSpPr>
        <p:spPr>
          <a:xfrm>
            <a:off x="4380065" y="1810409"/>
            <a:ext cx="292608" cy="292608"/>
          </a:xfrm>
          <a:prstGeom prst="ellipse">
            <a:avLst/>
          </a:prstGeom>
          <a:solidFill>
            <a:schemeClr val="accent5"/>
          </a:solidFill>
          <a:ln w="19050">
            <a:solidFill>
              <a:srgbClr val="FFFFFF"/>
            </a:solidFill>
            <a:prstDash val="solid"/>
          </a:ln>
        </p:spPr>
      </p:sp>
      <p:sp>
        <p:nvSpPr>
          <p:cNvPr id="9" name="Text 6"/>
          <p:cNvSpPr txBox="1"/>
          <p:nvPr/>
        </p:nvSpPr>
        <p:spPr>
          <a:xfrm>
            <a:off x="4380065" y="1810409"/>
            <a:ext cx="292608" cy="292608"/>
          </a:xfrm>
          <a:prstGeom prst="rect">
            <a:avLst/>
          </a:prstGeom>
          <a:noFill/>
          <a:ln/>
        </p:spPr>
        <p:txBody>
          <a:bodyPr wrap="square" lIns="0" tIns="0" rIns="0" bIns="0" rtlCol="0" anchor="ctr"/>
          <a:lstStyle/>
          <a:p>
            <a:pPr algn="ctr" indent="0" marL="0">
              <a:buNone/>
            </a:pPr>
            <a:r>
              <a:rPr lang="en-US" altLang="en-US" sz="1300" b="1" dirty="0">
                <a:solidFill>
                  <a:schemeClr val="bg1"/>
                </a:solidFill>
                <a:latin typeface="Arial" pitchFamily="34" charset="0"/>
                <a:ea typeface="Arial" pitchFamily="34" charset="-122"/>
                <a:cs typeface="Arial" pitchFamily="34" charset="-120"/>
              </a:rPr>
              <a:t>✓</a:t>
            </a:r>
            <a:endParaRPr lang="en-US" sz="1300" dirty="0"/>
          </a:p>
        </p:txBody>
      </p:sp>
      <p:sp>
        <p:nvSpPr>
          <p:cNvPr id="10" name="Shape 7"/>
          <p:cNvSpPr/>
          <p:nvPr/>
        </p:nvSpPr>
        <p:spPr>
          <a:xfrm>
            <a:off x="5205522" y="1993289"/>
            <a:ext cx="619069" cy="227253"/>
          </a:xfrm>
          <a:prstGeom prst="roundRect">
            <a:avLst>
              <a:gd name="adj" fmla="val 24142"/>
            </a:avLst>
          </a:prstGeom>
          <a:ln w="31750">
            <a:solidFill>
              <a:srgbClr val="C0392B"/>
            </a:solidFill>
            <a:prstDash val="dash"/>
          </a:ln>
        </p:spPr>
      </p:sp>
      <p:sp>
        <p:nvSpPr>
          <p:cNvPr id="11" name="Shape 8"/>
          <p:cNvSpPr/>
          <p:nvPr/>
        </p:nvSpPr>
        <p:spPr>
          <a:xfrm>
            <a:off x="5714863" y="1810409"/>
            <a:ext cx="292608" cy="292608"/>
          </a:xfrm>
          <a:prstGeom prst="ellipse">
            <a:avLst/>
          </a:prstGeom>
          <a:solidFill>
            <a:schemeClr val="accent4"/>
          </a:solidFill>
          <a:ln w="19050">
            <a:solidFill>
              <a:srgbClr val="FFFFFF"/>
            </a:solidFill>
            <a:prstDash val="solid"/>
          </a:ln>
        </p:spPr>
      </p:sp>
      <p:sp>
        <p:nvSpPr>
          <p:cNvPr id="12" name="Text 9"/>
          <p:cNvSpPr txBox="1"/>
          <p:nvPr/>
        </p:nvSpPr>
        <p:spPr>
          <a:xfrm>
            <a:off x="5714863" y="1810409"/>
            <a:ext cx="292608" cy="292608"/>
          </a:xfrm>
          <a:prstGeom prst="rect">
            <a:avLst/>
          </a:prstGeom>
          <a:noFill/>
          <a:ln/>
        </p:spPr>
        <p:txBody>
          <a:bodyPr wrap="square" lIns="0" tIns="0" rIns="0" bIns="0" rtlCol="0" anchor="ctr"/>
          <a:lstStyle/>
          <a:p>
            <a:pPr algn="ctr" indent="0" marL="0">
              <a:buNone/>
            </a:pPr>
            <a:r>
              <a:rPr lang="en-US" altLang="en-US" sz="1300" b="1" dirty="0">
                <a:solidFill>
                  <a:schemeClr val="bg1"/>
                </a:solidFill>
                <a:latin typeface="Arial" pitchFamily="34" charset="0"/>
                <a:ea typeface="Arial" pitchFamily="34" charset="-122"/>
                <a:cs typeface="Arial" pitchFamily="34" charset="-120"/>
              </a:rPr>
              <a:t>✕</a:t>
            </a:r>
            <a:endParaRPr lang="en-US" sz="1300" dirty="0"/>
          </a:p>
        </p:txBody>
      </p:sp>
      <p:sp>
        <p:nvSpPr>
          <p:cNvPr id="13" name="do-card"/>
          <p:cNvSpPr/>
          <p:nvPr/>
        </p:nvSpPr>
        <p:spPr>
          <a:xfrm>
            <a:off x="4327855" y="3931920"/>
            <a:ext cx="3520440" cy="1051560"/>
          </a:xfrm>
          <a:prstGeom prst="roundRect">
            <a:avLst>
              <a:gd name="adj" fmla="val 10435"/>
            </a:avLst>
          </a:prstGeom>
          <a:solidFill>
            <a:srgbClr val="E7F4EC"/>
          </a:solidFill>
          <a:ln/>
        </p:spPr>
      </p:sp>
      <p:pic>
        <p:nvPicPr>
          <p:cNvPr id="14" name="Image 1" descr="preencoded.png">    </p:cNvPr>
          <p:cNvPicPr>
            <a:picLocks noChangeAspect="1"/>
          </p:cNvPicPr>
          <p:nvPr/>
        </p:nvPicPr>
        <p:blipFill>
          <a:blip r:embed="rId2"/>
          <a:stretch>
            <a:fillRect/>
          </a:stretch>
        </p:blipFill>
        <p:spPr>
          <a:xfrm>
            <a:off x="4501591" y="4069080"/>
            <a:ext cx="329184" cy="329184"/>
          </a:xfrm>
          <a:prstGeom prst="rect">
            <a:avLst/>
          </a:prstGeom>
        </p:spPr>
      </p:pic>
      <p:sp>
        <p:nvSpPr>
          <p:cNvPr id="15" name="Text 11"/>
          <p:cNvSpPr txBox="1"/>
          <p:nvPr/>
        </p:nvSpPr>
        <p:spPr>
          <a:xfrm>
            <a:off x="4922215" y="4023360"/>
            <a:ext cx="2788920" cy="365760"/>
          </a:xfrm>
          <a:prstGeom prst="rect">
            <a:avLst/>
          </a:prstGeom>
          <a:noFill/>
          <a:ln/>
        </p:spPr>
        <p:txBody>
          <a:bodyPr wrap="square" lIns="0" tIns="0" rIns="0" bIns="0" rtlCol="0" anchor="t"/>
          <a:lstStyle/>
          <a:p>
            <a:pPr algn="l" indent="0" marL="0">
              <a:buNone/>
            </a:pPr>
            <a:r>
              <a:rPr lang="en-US" altLang="en-US" sz="1600" b="1" dirty="0">
                <a:solidFill>
                  <a:schemeClr val="accent5"/>
                </a:solidFill>
                <a:latin typeface="Arial" pitchFamily="34" charset="0"/>
                <a:ea typeface="Arial" pitchFamily="34" charset="-122"/>
                <a:cs typeface="Arial" pitchFamily="34" charset="-120"/>
              </a:rPr>
              <a:t>New Quiz</a:t>
            </a:r>
            <a:endParaRPr lang="en-US" sz="1600" dirty="0"/>
          </a:p>
        </p:txBody>
      </p:sp>
      <p:sp>
        <p:nvSpPr>
          <p:cNvPr id="16" name="Text 12"/>
          <p:cNvSpPr txBox="1"/>
          <p:nvPr/>
        </p:nvSpPr>
        <p:spPr>
          <a:xfrm>
            <a:off x="4510735" y="4434840"/>
            <a:ext cx="3200400" cy="41148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Supports points and correct answers</a:t>
            </a:r>
            <a:endParaRPr lang="en-US" sz="1400" dirty="0"/>
          </a:p>
        </p:txBody>
      </p:sp>
      <p:sp>
        <p:nvSpPr>
          <p:cNvPr id="17" name="dont-card"/>
          <p:cNvSpPr/>
          <p:nvPr/>
        </p:nvSpPr>
        <p:spPr>
          <a:xfrm>
            <a:off x="8122615" y="3931920"/>
            <a:ext cx="3520440" cy="1051560"/>
          </a:xfrm>
          <a:prstGeom prst="roundRect">
            <a:avLst>
              <a:gd name="adj" fmla="val 10435"/>
            </a:avLst>
          </a:prstGeom>
          <a:solidFill>
            <a:srgbClr val="FBEAE8"/>
          </a:solidFill>
          <a:ln/>
        </p:spPr>
      </p:sp>
      <p:pic>
        <p:nvPicPr>
          <p:cNvPr id="18" name="Image 2" descr="preencoded.png">    </p:cNvPr>
          <p:cNvPicPr>
            <a:picLocks noChangeAspect="1"/>
          </p:cNvPicPr>
          <p:nvPr/>
        </p:nvPicPr>
        <p:blipFill>
          <a:blip r:embed="rId3"/>
          <a:stretch>
            <a:fillRect/>
          </a:stretch>
        </p:blipFill>
        <p:spPr>
          <a:xfrm>
            <a:off x="8296351" y="4069080"/>
            <a:ext cx="329184" cy="329184"/>
          </a:xfrm>
          <a:prstGeom prst="rect">
            <a:avLst/>
          </a:prstGeom>
        </p:spPr>
      </p:pic>
      <p:sp>
        <p:nvSpPr>
          <p:cNvPr id="19" name="Text 14"/>
          <p:cNvSpPr txBox="1"/>
          <p:nvPr/>
        </p:nvSpPr>
        <p:spPr>
          <a:xfrm>
            <a:off x="8716975" y="4023360"/>
            <a:ext cx="2788920" cy="365760"/>
          </a:xfrm>
          <a:prstGeom prst="rect">
            <a:avLst/>
          </a:prstGeom>
          <a:noFill/>
          <a:ln/>
        </p:spPr>
        <p:txBody>
          <a:bodyPr wrap="square" lIns="0" tIns="0" rIns="0" bIns="0" rtlCol="0" anchor="t"/>
          <a:lstStyle/>
          <a:p>
            <a:pPr algn="l" indent="0" marL="0">
              <a:buNone/>
            </a:pPr>
            <a:r>
              <a:rPr lang="en-US" altLang="en-US" sz="1600" b="1" dirty="0">
                <a:solidFill>
                  <a:schemeClr val="accent4"/>
                </a:solidFill>
                <a:latin typeface="Arial" pitchFamily="34" charset="0"/>
                <a:ea typeface="Arial" pitchFamily="34" charset="-122"/>
                <a:cs typeface="Arial" pitchFamily="34" charset="-120"/>
              </a:rPr>
              <a:t>New Form</a:t>
            </a:r>
            <a:endParaRPr lang="en-US" sz="1600" dirty="0"/>
          </a:p>
        </p:txBody>
      </p:sp>
      <p:sp>
        <p:nvSpPr>
          <p:cNvPr id="20" name="Text 15"/>
          <p:cNvSpPr txBox="1"/>
          <p:nvPr/>
        </p:nvSpPr>
        <p:spPr>
          <a:xfrm>
            <a:off x="8305495" y="4434840"/>
            <a:ext cx="3200400" cy="41148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Not used for tests</a:t>
            </a:r>
            <a:endParaRPr lang="en-US" sz="1400" dirty="0"/>
          </a:p>
        </p:txBody>
      </p:sp>
      <p:sp>
        <p:nvSpPr>
          <p:cNvPr id="21" name="url-bar"/>
          <p:cNvSpPr/>
          <p:nvPr/>
        </p:nvSpPr>
        <p:spPr>
          <a:xfrm>
            <a:off x="4327855" y="5257800"/>
            <a:ext cx="7315200" cy="777240"/>
          </a:xfrm>
          <a:prstGeom prst="roundRect">
            <a:avLst>
              <a:gd name="adj" fmla="val 14118"/>
            </a:avLst>
          </a:prstGeom>
          <a:solidFill>
            <a:srgbClr val="F3F2F1"/>
          </a:solidFill>
          <a:ln/>
        </p:spPr>
      </p:sp>
      <p:pic>
        <p:nvPicPr>
          <p:cNvPr id="22" name="Image 3" descr="preencoded.png">    </p:cNvPr>
          <p:cNvPicPr>
            <a:picLocks noChangeAspect="1"/>
          </p:cNvPicPr>
          <p:nvPr/>
        </p:nvPicPr>
        <p:blipFill>
          <a:blip r:embed="rId4"/>
          <a:stretch>
            <a:fillRect/>
          </a:stretch>
        </p:blipFill>
        <p:spPr>
          <a:xfrm>
            <a:off x="4556455" y="5486400"/>
            <a:ext cx="274320" cy="274320"/>
          </a:xfrm>
          <a:prstGeom prst="rect">
            <a:avLst/>
          </a:prstGeom>
        </p:spPr>
      </p:pic>
      <p:sp>
        <p:nvSpPr>
          <p:cNvPr id="23" name="Text 17"/>
          <p:cNvSpPr txBox="1"/>
          <p:nvPr/>
        </p:nvSpPr>
        <p:spPr>
          <a:xfrm>
            <a:off x="4967935" y="5257800"/>
            <a:ext cx="3291840" cy="777240"/>
          </a:xfrm>
          <a:prstGeom prst="rect">
            <a:avLst/>
          </a:prstGeom>
          <a:noFill/>
          <a:ln/>
        </p:spPr>
        <p:txBody>
          <a:bodyPr wrap="square" lIns="0" tIns="0" rIns="0" bIns="0" rtlCol="0" anchor="ctr"/>
          <a:lstStyle/>
          <a:p>
            <a:pPr algn="l" indent="0" marL="0">
              <a:buNone/>
            </a:pPr>
            <a:r>
              <a:rPr lang="en-US" altLang="en-US" sz="1600" b="1" dirty="0">
                <a:solidFill>
                  <a:srgbClr val="323130"/>
                </a:solidFill>
                <a:latin typeface="Arial" pitchFamily="34" charset="0"/>
                <a:ea typeface="Arial" pitchFamily="34" charset="-122"/>
                <a:cs typeface="Arial" pitchFamily="34" charset="-120"/>
              </a:rPr>
              <a:t>forms.cloud.microsoft</a:t>
            </a:r>
            <a:endParaRPr lang="en-US" sz="1600" dirty="0"/>
          </a:p>
        </p:txBody>
      </p:sp>
      <p:sp>
        <p:nvSpPr>
          <p:cNvPr id="24" name="Text 18"/>
          <p:cNvSpPr txBox="1"/>
          <p:nvPr/>
        </p:nvSpPr>
        <p:spPr>
          <a:xfrm>
            <a:off x="7985455" y="5257800"/>
            <a:ext cx="3520440" cy="777240"/>
          </a:xfrm>
          <a:prstGeom prst="rect">
            <a:avLst/>
          </a:prstGeom>
          <a:noFill/>
          <a:ln/>
        </p:spPr>
        <p:txBody>
          <a:bodyPr wrap="square" lIns="0" tIns="0" rIns="0" bIns="0" rtlCol="0" anchor="ctr"/>
          <a:lstStyle/>
          <a:p>
            <a:pPr algn="r" indent="0" marL="0">
              <a:buNone/>
            </a:pPr>
            <a:r>
              <a:rPr lang="en-US" altLang="en-US" sz="1200" dirty="0">
                <a:solidFill>
                  <a:schemeClr val="accent6"/>
                </a:solidFill>
                <a:latin typeface="Arial" pitchFamily="34" charset="0"/>
                <a:ea typeface="Arial" pitchFamily="34" charset="-122"/>
                <a:cs typeface="Arial" pitchFamily="34" charset="-120"/>
              </a:rPr>
              <a:t>New address, same app (formerly forms.office.com)</a:t>
            </a:r>
            <a:endParaRPr lang="en-US" sz="1200" dirty="0"/>
          </a:p>
        </p:txBody>
      </p:sp>
      <p:sp>
        <p:nvSpPr>
          <p:cNvPr id="25" name="Shape 19"/>
          <p:cNvSpPr/>
          <p:nvPr/>
        </p:nvSpPr>
        <p:spPr>
          <a:xfrm>
            <a:off x="551383" y="1463040"/>
            <a:ext cx="438912" cy="438912"/>
          </a:xfrm>
          <a:prstGeom prst="ellipse">
            <a:avLst/>
          </a:prstGeom>
          <a:solidFill>
            <a:schemeClr val="accent1"/>
          </a:solidFill>
          <a:ln w="19050">
            <a:solidFill>
              <a:srgbClr val="FFFFFF"/>
            </a:solidFill>
            <a:prstDash val="solid"/>
          </a:ln>
        </p:spPr>
      </p:sp>
      <p:sp>
        <p:nvSpPr>
          <p:cNvPr id="26" name="Text 20"/>
          <p:cNvSpPr txBox="1"/>
          <p:nvPr/>
        </p:nvSpPr>
        <p:spPr>
          <a:xfrm>
            <a:off x="551383" y="1463040"/>
            <a:ext cx="438912" cy="438912"/>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1</a:t>
            </a:r>
            <a:endParaRPr lang="en-US" sz="1600" dirty="0"/>
          </a:p>
        </p:txBody>
      </p:sp>
      <p:sp>
        <p:nvSpPr>
          <p:cNvPr id="27" name="Text 21"/>
          <p:cNvSpPr txBox="1"/>
          <p:nvPr/>
        </p:nvSpPr>
        <p:spPr>
          <a:xfrm>
            <a:off x="1081735" y="1444752"/>
            <a:ext cx="2926080" cy="457200"/>
          </a:xfrm>
          <a:prstGeom prst="rect">
            <a:avLst/>
          </a:prstGeom>
          <a:noFill/>
          <a:ln/>
        </p:spPr>
        <p:txBody>
          <a:bodyPr wrap="square" lIns="0" tIns="0" rIns="0" bIns="0" rtlCol="0" anchor="t"/>
          <a:lstStyle/>
          <a:p>
            <a:pPr algn="l" indent="0" marL="0">
              <a:buNone/>
            </a:pPr>
            <a:r>
              <a:rPr lang="en-US" altLang="en-US" sz="1700" b="1" dirty="0">
                <a:solidFill>
                  <a:schemeClr val="tx2"/>
                </a:solidFill>
                <a:latin typeface="Arial" pitchFamily="34" charset="0"/>
                <a:ea typeface="Arial" pitchFamily="34" charset="-122"/>
                <a:cs typeface="Arial" pitchFamily="34" charset="-120"/>
              </a:rPr>
              <a:t>Open Microsoft Forms</a:t>
            </a:r>
            <a:endParaRPr lang="en-US" sz="1700" dirty="0"/>
          </a:p>
        </p:txBody>
      </p:sp>
      <p:sp>
        <p:nvSpPr>
          <p:cNvPr id="28" name="Text 22"/>
          <p:cNvSpPr txBox="1"/>
          <p:nvPr/>
        </p:nvSpPr>
        <p:spPr>
          <a:xfrm>
            <a:off x="1081735" y="1920240"/>
            <a:ext cx="2926080" cy="82296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forms.cloud.microsoft</a:t>
            </a:r>
            <a:endParaRPr lang="en-US" sz="1400" dirty="0"/>
          </a:p>
        </p:txBody>
      </p:sp>
      <p:sp>
        <p:nvSpPr>
          <p:cNvPr id="29" name="Shape 23"/>
          <p:cNvSpPr/>
          <p:nvPr/>
        </p:nvSpPr>
        <p:spPr>
          <a:xfrm>
            <a:off x="551383" y="3017520"/>
            <a:ext cx="438912" cy="438912"/>
          </a:xfrm>
          <a:prstGeom prst="ellipse">
            <a:avLst/>
          </a:prstGeom>
          <a:solidFill>
            <a:schemeClr val="accent1"/>
          </a:solidFill>
          <a:ln w="19050">
            <a:solidFill>
              <a:srgbClr val="FFFFFF"/>
            </a:solidFill>
            <a:prstDash val="solid"/>
          </a:ln>
        </p:spPr>
      </p:sp>
      <p:sp>
        <p:nvSpPr>
          <p:cNvPr id="30" name="Text 24"/>
          <p:cNvSpPr txBox="1"/>
          <p:nvPr/>
        </p:nvSpPr>
        <p:spPr>
          <a:xfrm>
            <a:off x="551383" y="3017520"/>
            <a:ext cx="438912" cy="438912"/>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2</a:t>
            </a:r>
            <a:endParaRPr lang="en-US" sz="1600" dirty="0"/>
          </a:p>
        </p:txBody>
      </p:sp>
      <p:sp>
        <p:nvSpPr>
          <p:cNvPr id="31" name="Text 25"/>
          <p:cNvSpPr txBox="1"/>
          <p:nvPr/>
        </p:nvSpPr>
        <p:spPr>
          <a:xfrm>
            <a:off x="1081735" y="2999232"/>
            <a:ext cx="2926080" cy="457200"/>
          </a:xfrm>
          <a:prstGeom prst="rect">
            <a:avLst/>
          </a:prstGeom>
          <a:noFill/>
          <a:ln/>
        </p:spPr>
        <p:txBody>
          <a:bodyPr wrap="square" lIns="0" tIns="0" rIns="0" bIns="0" rtlCol="0" anchor="t"/>
          <a:lstStyle/>
          <a:p>
            <a:pPr algn="l" indent="0" marL="0">
              <a:buNone/>
            </a:pPr>
            <a:r>
              <a:rPr lang="en-US" altLang="en-US" sz="1700" b="1" dirty="0">
                <a:solidFill>
                  <a:schemeClr val="tx2"/>
                </a:solidFill>
                <a:latin typeface="Arial" pitchFamily="34" charset="0"/>
                <a:ea typeface="Arial" pitchFamily="34" charset="-122"/>
                <a:cs typeface="Arial" pitchFamily="34" charset="-120"/>
              </a:rPr>
              <a:t>Use your school account</a:t>
            </a:r>
            <a:endParaRPr lang="en-US" sz="1700" dirty="0"/>
          </a:p>
        </p:txBody>
      </p:sp>
      <p:sp>
        <p:nvSpPr>
          <p:cNvPr id="32" name="Text 26"/>
          <p:cNvSpPr txBox="1"/>
          <p:nvPr/>
        </p:nvSpPr>
        <p:spPr>
          <a:xfrm>
            <a:off x="1081735" y="3474720"/>
            <a:ext cx="2926080" cy="82296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Your official Microsoft 365 account, not a personal one</a:t>
            </a:r>
            <a:endParaRPr lang="en-US" sz="1400" dirty="0"/>
          </a:p>
        </p:txBody>
      </p:sp>
      <p:sp>
        <p:nvSpPr>
          <p:cNvPr id="33" name="Shape 27"/>
          <p:cNvSpPr/>
          <p:nvPr/>
        </p:nvSpPr>
        <p:spPr>
          <a:xfrm>
            <a:off x="551383" y="4572000"/>
            <a:ext cx="438912" cy="438912"/>
          </a:xfrm>
          <a:prstGeom prst="ellipse">
            <a:avLst/>
          </a:prstGeom>
          <a:solidFill>
            <a:schemeClr val="accent1"/>
          </a:solidFill>
          <a:ln w="19050">
            <a:solidFill>
              <a:srgbClr val="FFFFFF"/>
            </a:solidFill>
            <a:prstDash val="solid"/>
          </a:ln>
        </p:spPr>
      </p:sp>
      <p:sp>
        <p:nvSpPr>
          <p:cNvPr id="34" name="Text 28"/>
          <p:cNvSpPr txBox="1"/>
          <p:nvPr/>
        </p:nvSpPr>
        <p:spPr>
          <a:xfrm>
            <a:off x="551383" y="4572000"/>
            <a:ext cx="438912" cy="438912"/>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3</a:t>
            </a:r>
            <a:endParaRPr lang="en-US" sz="1600" dirty="0"/>
          </a:p>
        </p:txBody>
      </p:sp>
      <p:sp>
        <p:nvSpPr>
          <p:cNvPr id="35" name="Text 29"/>
          <p:cNvSpPr txBox="1"/>
          <p:nvPr/>
        </p:nvSpPr>
        <p:spPr>
          <a:xfrm>
            <a:off x="1081735" y="4553712"/>
            <a:ext cx="2926080" cy="457200"/>
          </a:xfrm>
          <a:prstGeom prst="rect">
            <a:avLst/>
          </a:prstGeom>
          <a:noFill/>
          <a:ln/>
        </p:spPr>
        <p:txBody>
          <a:bodyPr wrap="square" lIns="0" tIns="0" rIns="0" bIns="0" rtlCol="0" anchor="t"/>
          <a:lstStyle/>
          <a:p>
            <a:pPr algn="l" indent="0" marL="0">
              <a:buNone/>
            </a:pPr>
            <a:r>
              <a:rPr lang="en-US" altLang="en-US" sz="1700" b="1" dirty="0">
                <a:solidFill>
                  <a:schemeClr val="tx2"/>
                </a:solidFill>
                <a:latin typeface="Arial" pitchFamily="34" charset="0"/>
                <a:ea typeface="Arial" pitchFamily="34" charset="-122"/>
                <a:cs typeface="Arial" pitchFamily="34" charset="-120"/>
              </a:rPr>
              <a:t>Click New Quiz</a:t>
            </a:r>
            <a:endParaRPr lang="en-US" sz="1700" dirty="0"/>
          </a:p>
        </p:txBody>
      </p:sp>
      <p:sp>
        <p:nvSpPr>
          <p:cNvPr id="36" name="Text 30"/>
          <p:cNvSpPr txBox="1"/>
          <p:nvPr/>
        </p:nvSpPr>
        <p:spPr>
          <a:xfrm>
            <a:off x="1081735" y="5029200"/>
            <a:ext cx="2926080" cy="82296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Not New Form</a:t>
            </a:r>
            <a:endParaRPr lang="en-US" sz="1400" dirty="0"/>
          </a:p>
        </p:txBody>
      </p:sp>
      <p:sp>
        <p:nvSpPr>
          <p:cNvPr id="37" name="Slide Number Placeholder 0"/>
          <p:cNvSpPr>
            <a:spLocks noGrp="1"/>
          </p:cNvSpPr>
          <p:nvPr>
            <p:ph type="sldNum" sz="quarter" idx="4294967295"/>
          </p:nvPr>
        </p:nvSpPr>
        <p:spPr>
          <a:xfrm>
            <a:off x="11201400" y="6419088"/>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6B7A8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1307592" y="347472"/>
            <a:ext cx="10332720" cy="777240"/>
          </a:xfrm>
          <a:prstGeom prst="rect">
            <a:avLst/>
          </a:prstGeom>
          <a:noFill/>
          <a:ln/>
        </p:spPr>
        <p:txBody>
          <a:bodyPr wrap="square" lIns="0" tIns="0" rIns="0" bIns="0" rtlCol="0" anchor="ctr"/>
          <a:lstStyle/>
          <a:p>
            <a:pPr algn="l" indent="0" marL="0">
              <a:buNone/>
            </a:pPr>
            <a:r>
              <a:rPr lang="en-US" altLang="en-US" sz="3000" b="1" dirty="0">
                <a:solidFill>
                  <a:schemeClr val="tx2"/>
                </a:solidFill>
              </a:rPr>
              <a:t>Write the title in the standard format</a:t>
            </a:r>
            <a:endParaRPr lang="en-US" sz="3000" dirty="0"/>
          </a:p>
        </p:txBody>
      </p:sp>
      <p:sp>
        <p:nvSpPr>
          <p:cNvPr id="3" name="title-badge"/>
          <p:cNvSpPr/>
          <p:nvPr/>
        </p:nvSpPr>
        <p:spPr>
          <a:xfrm>
            <a:off x="505663" y="411480"/>
            <a:ext cx="640080" cy="640080"/>
          </a:xfrm>
          <a:prstGeom prst="ellipse">
            <a:avLst/>
          </a:prstGeom>
          <a:solidFill>
            <a:schemeClr val="accent1"/>
          </a:solidFill>
          <a:ln/>
        </p:spPr>
      </p:sp>
      <p:sp>
        <p:nvSpPr>
          <p:cNvPr id="4" name="Text 2"/>
          <p:cNvSpPr txBox="1"/>
          <p:nvPr/>
        </p:nvSpPr>
        <p:spPr>
          <a:xfrm>
            <a:off x="505663" y="411480"/>
            <a:ext cx="640080" cy="640080"/>
          </a:xfrm>
          <a:prstGeom prst="rect">
            <a:avLst/>
          </a:prstGeom>
          <a:noFill/>
          <a:ln/>
        </p:spPr>
        <p:txBody>
          <a:bodyPr wrap="square" lIns="0" tIns="0" rIns="0" bIns="0" rtlCol="0" anchor="ctr"/>
          <a:lstStyle/>
          <a:p>
            <a:pPr algn="ctr" indent="0" marL="0">
              <a:buNone/>
            </a:pPr>
            <a:r>
              <a:rPr lang="en-US" altLang="en-US" sz="2400" b="1" dirty="0">
                <a:solidFill>
                  <a:schemeClr val="bg1"/>
                </a:solidFill>
                <a:latin typeface="Arial" pitchFamily="34" charset="0"/>
                <a:ea typeface="Arial" pitchFamily="34" charset="-122"/>
                <a:cs typeface="Arial" pitchFamily="34" charset="-120"/>
              </a:rPr>
              <a:t>2</a:t>
            </a:r>
            <a:endParaRPr lang="en-US" sz="2400" dirty="0"/>
          </a:p>
        </p:txBody>
      </p:sp>
      <p:sp>
        <p:nvSpPr>
          <p:cNvPr id="5" name="title-part-1"/>
          <p:cNvSpPr/>
          <p:nvPr/>
        </p:nvSpPr>
        <p:spPr>
          <a:xfrm>
            <a:off x="551383" y="1463040"/>
            <a:ext cx="2743200" cy="685800"/>
          </a:xfrm>
          <a:prstGeom prst="roundRect">
            <a:avLst>
              <a:gd name="adj" fmla="val 16000"/>
            </a:avLst>
          </a:prstGeom>
          <a:solidFill>
            <a:schemeClr val="accent1"/>
          </a:solidFill>
          <a:ln/>
        </p:spPr>
      </p:sp>
      <p:sp>
        <p:nvSpPr>
          <p:cNvPr id="6" name="Text 4"/>
          <p:cNvSpPr txBox="1"/>
          <p:nvPr/>
        </p:nvSpPr>
        <p:spPr>
          <a:xfrm>
            <a:off x="551383" y="1463040"/>
            <a:ext cx="2743200" cy="685800"/>
          </a:xfrm>
          <a:prstGeom prst="rect">
            <a:avLst/>
          </a:prstGeom>
          <a:noFill/>
          <a:ln/>
        </p:spPr>
        <p:txBody>
          <a:bodyPr wrap="square" lIns="0" tIns="0" rIns="0" bIns="0" rtlCol="0" anchor="ctr"/>
          <a:lstStyle/>
          <a:p>
            <a:pPr algn="ctr" indent="0" marL="0">
              <a:buNone/>
            </a:pPr>
            <a:r>
              <a:rPr lang="en-US" altLang="en-US" sz="1600" b="1" dirty="0">
                <a:solidFill>
                  <a:srgbClr val="FFFFFF"/>
                </a:solidFill>
                <a:latin typeface="Arial" pitchFamily="34" charset="0"/>
                <a:ea typeface="Arial" pitchFamily="34" charset="-122"/>
                <a:cs typeface="Arial" pitchFamily="34" charset="-120"/>
              </a:rPr>
              <a:t>Mid-Semester 1 Test</a:t>
            </a:r>
            <a:endParaRPr lang="en-US" sz="1600" dirty="0"/>
          </a:p>
        </p:txBody>
      </p:sp>
      <p:sp>
        <p:nvSpPr>
          <p:cNvPr id="7" name="Text 5"/>
          <p:cNvSpPr txBox="1"/>
          <p:nvPr/>
        </p:nvSpPr>
        <p:spPr>
          <a:xfrm>
            <a:off x="551383" y="2212848"/>
            <a:ext cx="2743200" cy="365760"/>
          </a:xfrm>
          <a:prstGeom prst="rect">
            <a:avLst/>
          </a:prstGeom>
          <a:noFill/>
          <a:ln/>
        </p:spPr>
        <p:txBody>
          <a:bodyPr wrap="square" lIns="0" tIns="0" rIns="0" bIns="0" rtlCol="0" anchor="t"/>
          <a:lstStyle/>
          <a:p>
            <a:pPr algn="ctr" indent="0" marL="0">
              <a:buNone/>
            </a:pPr>
            <a:r>
              <a:rPr lang="en-US" altLang="en-US" sz="1300" dirty="0">
                <a:solidFill>
                  <a:schemeClr val="accent6"/>
                </a:solidFill>
                <a:latin typeface="Arial" pitchFamily="34" charset="0"/>
                <a:ea typeface="Arial" pitchFamily="34" charset="-122"/>
                <a:cs typeface="Arial" pitchFamily="34" charset="-120"/>
              </a:rPr>
              <a:t>Test name</a:t>
            </a:r>
            <a:endParaRPr lang="en-US" sz="1300" dirty="0"/>
          </a:p>
        </p:txBody>
      </p:sp>
      <p:sp>
        <p:nvSpPr>
          <p:cNvPr id="8" name="Text 6"/>
          <p:cNvSpPr txBox="1"/>
          <p:nvPr/>
        </p:nvSpPr>
        <p:spPr>
          <a:xfrm>
            <a:off x="3294583" y="1463040"/>
            <a:ext cx="256032" cy="685800"/>
          </a:xfrm>
          <a:prstGeom prst="rect">
            <a:avLst/>
          </a:prstGeom>
          <a:noFill/>
          <a:ln/>
        </p:spPr>
        <p:txBody>
          <a:bodyPr wrap="square" lIns="0" tIns="0" rIns="0" bIns="0" rtlCol="0" anchor="ctr"/>
          <a:lstStyle/>
          <a:p>
            <a:pPr algn="ctr" indent="0" marL="0">
              <a:buNone/>
            </a:pPr>
            <a:r>
              <a:rPr lang="en-US" altLang="en-US" sz="2000" b="1" dirty="0">
                <a:solidFill>
                  <a:srgbClr val="6B7A85"/>
                </a:solidFill>
                <a:latin typeface="Arial" pitchFamily="34" charset="0"/>
                <a:ea typeface="Arial" pitchFamily="34" charset="-122"/>
                <a:cs typeface="Arial" pitchFamily="34" charset="-120"/>
              </a:rPr>
              <a:t>–</a:t>
            </a:r>
            <a:endParaRPr lang="en-US" sz="2000" dirty="0"/>
          </a:p>
        </p:txBody>
      </p:sp>
      <p:sp>
        <p:nvSpPr>
          <p:cNvPr id="9" name="title-part-2"/>
          <p:cNvSpPr/>
          <p:nvPr/>
        </p:nvSpPr>
        <p:spPr>
          <a:xfrm>
            <a:off x="3550615" y="1463040"/>
            <a:ext cx="1737360" cy="685800"/>
          </a:xfrm>
          <a:prstGeom prst="roundRect">
            <a:avLst>
              <a:gd name="adj" fmla="val 16000"/>
            </a:avLst>
          </a:prstGeom>
          <a:solidFill>
            <a:schemeClr val="accent1"/>
          </a:solidFill>
          <a:ln/>
        </p:spPr>
      </p:sp>
      <p:sp>
        <p:nvSpPr>
          <p:cNvPr id="10" name="Text 8"/>
          <p:cNvSpPr txBox="1"/>
          <p:nvPr/>
        </p:nvSpPr>
        <p:spPr>
          <a:xfrm>
            <a:off x="3550615" y="1463040"/>
            <a:ext cx="1737360" cy="685800"/>
          </a:xfrm>
          <a:prstGeom prst="rect">
            <a:avLst/>
          </a:prstGeom>
          <a:noFill/>
          <a:ln/>
        </p:spPr>
        <p:txBody>
          <a:bodyPr wrap="square" lIns="0" tIns="0" rIns="0" bIns="0" rtlCol="0" anchor="ctr"/>
          <a:lstStyle/>
          <a:p>
            <a:pPr algn="ctr" indent="0" marL="0">
              <a:buNone/>
            </a:pPr>
            <a:r>
              <a:rPr lang="en-US" altLang="en-US" sz="1600" b="1" dirty="0">
                <a:solidFill>
                  <a:srgbClr val="FFFFFF"/>
                </a:solidFill>
                <a:latin typeface="Arial" pitchFamily="34" charset="0"/>
                <a:ea typeface="Arial" pitchFamily="34" charset="-122"/>
                <a:cs typeface="Arial" pitchFamily="34" charset="-120"/>
              </a:rPr>
              <a:t>2026–2027</a:t>
            </a:r>
            <a:endParaRPr lang="en-US" sz="1600" dirty="0"/>
          </a:p>
        </p:txBody>
      </p:sp>
      <p:sp>
        <p:nvSpPr>
          <p:cNvPr id="11" name="Text 9"/>
          <p:cNvSpPr txBox="1"/>
          <p:nvPr/>
        </p:nvSpPr>
        <p:spPr>
          <a:xfrm>
            <a:off x="3550615" y="2212848"/>
            <a:ext cx="1737360" cy="365760"/>
          </a:xfrm>
          <a:prstGeom prst="rect">
            <a:avLst/>
          </a:prstGeom>
          <a:noFill/>
          <a:ln/>
        </p:spPr>
        <p:txBody>
          <a:bodyPr wrap="square" lIns="0" tIns="0" rIns="0" bIns="0" rtlCol="0" anchor="t"/>
          <a:lstStyle/>
          <a:p>
            <a:pPr algn="ctr" indent="0" marL="0">
              <a:buNone/>
            </a:pPr>
            <a:r>
              <a:rPr lang="en-US" altLang="en-US" sz="1300" dirty="0">
                <a:solidFill>
                  <a:schemeClr val="accent6"/>
                </a:solidFill>
                <a:latin typeface="Arial" pitchFamily="34" charset="0"/>
                <a:ea typeface="Arial" pitchFamily="34" charset="-122"/>
                <a:cs typeface="Arial" pitchFamily="34" charset="-120"/>
              </a:rPr>
              <a:t>Academic year</a:t>
            </a:r>
            <a:endParaRPr lang="en-US" sz="1300" dirty="0"/>
          </a:p>
        </p:txBody>
      </p:sp>
      <p:sp>
        <p:nvSpPr>
          <p:cNvPr id="12" name="Text 10"/>
          <p:cNvSpPr txBox="1"/>
          <p:nvPr/>
        </p:nvSpPr>
        <p:spPr>
          <a:xfrm>
            <a:off x="5287975" y="1463040"/>
            <a:ext cx="256032" cy="685800"/>
          </a:xfrm>
          <a:prstGeom prst="rect">
            <a:avLst/>
          </a:prstGeom>
          <a:noFill/>
          <a:ln/>
        </p:spPr>
        <p:txBody>
          <a:bodyPr wrap="square" lIns="0" tIns="0" rIns="0" bIns="0" rtlCol="0" anchor="ctr"/>
          <a:lstStyle/>
          <a:p>
            <a:pPr algn="ctr" indent="0" marL="0">
              <a:buNone/>
            </a:pPr>
            <a:r>
              <a:rPr lang="en-US" altLang="en-US" sz="2000" b="1" dirty="0">
                <a:solidFill>
                  <a:srgbClr val="6B7A85"/>
                </a:solidFill>
                <a:latin typeface="Arial" pitchFamily="34" charset="0"/>
                <a:ea typeface="Arial" pitchFamily="34" charset="-122"/>
                <a:cs typeface="Arial" pitchFamily="34" charset="-120"/>
              </a:rPr>
              <a:t>–</a:t>
            </a:r>
            <a:endParaRPr lang="en-US" sz="2000" dirty="0"/>
          </a:p>
        </p:txBody>
      </p:sp>
      <p:sp>
        <p:nvSpPr>
          <p:cNvPr id="13" name="title-part-3"/>
          <p:cNvSpPr/>
          <p:nvPr/>
        </p:nvSpPr>
        <p:spPr>
          <a:xfrm>
            <a:off x="5544007" y="1463040"/>
            <a:ext cx="1600200" cy="685800"/>
          </a:xfrm>
          <a:prstGeom prst="roundRect">
            <a:avLst>
              <a:gd name="adj" fmla="val 16000"/>
            </a:avLst>
          </a:prstGeom>
          <a:solidFill>
            <a:schemeClr val="bg2"/>
          </a:solidFill>
          <a:ln/>
        </p:spPr>
      </p:sp>
      <p:sp>
        <p:nvSpPr>
          <p:cNvPr id="14" name="Text 12"/>
          <p:cNvSpPr txBox="1"/>
          <p:nvPr/>
        </p:nvSpPr>
        <p:spPr>
          <a:xfrm>
            <a:off x="5544007" y="1463040"/>
            <a:ext cx="1600200" cy="685800"/>
          </a:xfrm>
          <a:prstGeom prst="rect">
            <a:avLst/>
          </a:prstGeom>
          <a:noFill/>
          <a:ln/>
        </p:spPr>
        <p:txBody>
          <a:bodyPr wrap="square" lIns="0" tIns="0" rIns="0" bIns="0" rtlCol="0" anchor="ctr"/>
          <a:lstStyle/>
          <a:p>
            <a:pPr algn="ctr" indent="0" marL="0">
              <a:buNone/>
            </a:pPr>
            <a:r>
              <a:rPr lang="en-US" altLang="en-US" sz="1600" b="1" dirty="0">
                <a:solidFill>
                  <a:srgbClr val="0B4F52"/>
                </a:solidFill>
                <a:latin typeface="Arial" pitchFamily="34" charset="0"/>
                <a:ea typeface="Arial" pitchFamily="34" charset="-122"/>
                <a:cs typeface="Arial" pitchFamily="34" charset="-120"/>
              </a:rPr>
              <a:t>Subject</a:t>
            </a:r>
            <a:endParaRPr lang="en-US" sz="1600" dirty="0"/>
          </a:p>
        </p:txBody>
      </p:sp>
      <p:sp>
        <p:nvSpPr>
          <p:cNvPr id="15" name="Text 13"/>
          <p:cNvSpPr txBox="1"/>
          <p:nvPr/>
        </p:nvSpPr>
        <p:spPr>
          <a:xfrm>
            <a:off x="5544007" y="2212848"/>
            <a:ext cx="1600200" cy="365760"/>
          </a:xfrm>
          <a:prstGeom prst="rect">
            <a:avLst/>
          </a:prstGeom>
          <a:noFill/>
          <a:ln/>
        </p:spPr>
        <p:txBody>
          <a:bodyPr wrap="square" lIns="0" tIns="0" rIns="0" bIns="0" rtlCol="0" anchor="t"/>
          <a:lstStyle/>
          <a:p>
            <a:pPr algn="ctr" indent="0" marL="0">
              <a:buNone/>
            </a:pPr>
            <a:r>
              <a:rPr lang="en-US" altLang="en-US" sz="1300" dirty="0">
                <a:solidFill>
                  <a:schemeClr val="accent6"/>
                </a:solidFill>
                <a:latin typeface="Arial" pitchFamily="34" charset="0"/>
                <a:ea typeface="Arial" pitchFamily="34" charset="-122"/>
                <a:cs typeface="Arial" pitchFamily="34" charset="-120"/>
              </a:rPr>
              <a:t>Subject</a:t>
            </a:r>
            <a:endParaRPr lang="en-US" sz="1300" dirty="0"/>
          </a:p>
        </p:txBody>
      </p:sp>
      <p:sp>
        <p:nvSpPr>
          <p:cNvPr id="16" name="Text 14"/>
          <p:cNvSpPr txBox="1"/>
          <p:nvPr/>
        </p:nvSpPr>
        <p:spPr>
          <a:xfrm>
            <a:off x="7144207" y="1463040"/>
            <a:ext cx="256032" cy="685800"/>
          </a:xfrm>
          <a:prstGeom prst="rect">
            <a:avLst/>
          </a:prstGeom>
          <a:noFill/>
          <a:ln/>
        </p:spPr>
        <p:txBody>
          <a:bodyPr wrap="square" lIns="0" tIns="0" rIns="0" bIns="0" rtlCol="0" anchor="ctr"/>
          <a:lstStyle/>
          <a:p>
            <a:pPr algn="ctr" indent="0" marL="0">
              <a:buNone/>
            </a:pPr>
            <a:r>
              <a:rPr lang="en-US" altLang="en-US" sz="2000" b="1" dirty="0">
                <a:solidFill>
                  <a:srgbClr val="6B7A85"/>
                </a:solidFill>
                <a:latin typeface="Arial" pitchFamily="34" charset="0"/>
                <a:ea typeface="Arial" pitchFamily="34" charset="-122"/>
                <a:cs typeface="Arial" pitchFamily="34" charset="-120"/>
              </a:rPr>
              <a:t>–</a:t>
            </a:r>
            <a:endParaRPr lang="en-US" sz="2000" dirty="0"/>
          </a:p>
        </p:txBody>
      </p:sp>
      <p:sp>
        <p:nvSpPr>
          <p:cNvPr id="17" name="title-part-4"/>
          <p:cNvSpPr/>
          <p:nvPr/>
        </p:nvSpPr>
        <p:spPr>
          <a:xfrm>
            <a:off x="7400239" y="1463040"/>
            <a:ext cx="1600200" cy="685800"/>
          </a:xfrm>
          <a:prstGeom prst="roundRect">
            <a:avLst>
              <a:gd name="adj" fmla="val 16000"/>
            </a:avLst>
          </a:prstGeom>
          <a:solidFill>
            <a:schemeClr val="bg2"/>
          </a:solidFill>
          <a:ln/>
        </p:spPr>
      </p:sp>
      <p:sp>
        <p:nvSpPr>
          <p:cNvPr id="18" name="Text 16"/>
          <p:cNvSpPr txBox="1"/>
          <p:nvPr/>
        </p:nvSpPr>
        <p:spPr>
          <a:xfrm>
            <a:off x="7400239" y="1463040"/>
            <a:ext cx="1600200" cy="685800"/>
          </a:xfrm>
          <a:prstGeom prst="rect">
            <a:avLst/>
          </a:prstGeom>
          <a:noFill/>
          <a:ln/>
        </p:spPr>
        <p:txBody>
          <a:bodyPr wrap="square" lIns="0" tIns="0" rIns="0" bIns="0" rtlCol="0" anchor="ctr"/>
          <a:lstStyle/>
          <a:p>
            <a:pPr algn="ctr" indent="0" marL="0">
              <a:buNone/>
            </a:pPr>
            <a:r>
              <a:rPr lang="en-US" altLang="en-US" sz="1600" b="1" dirty="0">
                <a:solidFill>
                  <a:srgbClr val="0B4F52"/>
                </a:solidFill>
                <a:latin typeface="Arial" pitchFamily="34" charset="0"/>
                <a:ea typeface="Arial" pitchFamily="34" charset="-122"/>
                <a:cs typeface="Arial" pitchFamily="34" charset="-120"/>
              </a:rPr>
              <a:t>Grade</a:t>
            </a:r>
            <a:endParaRPr lang="en-US" sz="1600" dirty="0"/>
          </a:p>
        </p:txBody>
      </p:sp>
      <p:sp>
        <p:nvSpPr>
          <p:cNvPr id="19" name="Text 17"/>
          <p:cNvSpPr txBox="1"/>
          <p:nvPr/>
        </p:nvSpPr>
        <p:spPr>
          <a:xfrm>
            <a:off x="7400239" y="2212848"/>
            <a:ext cx="1600200" cy="365760"/>
          </a:xfrm>
          <a:prstGeom prst="rect">
            <a:avLst/>
          </a:prstGeom>
          <a:noFill/>
          <a:ln/>
        </p:spPr>
        <p:txBody>
          <a:bodyPr wrap="square" lIns="0" tIns="0" rIns="0" bIns="0" rtlCol="0" anchor="t"/>
          <a:lstStyle/>
          <a:p>
            <a:pPr algn="ctr" indent="0" marL="0">
              <a:buNone/>
            </a:pPr>
            <a:r>
              <a:rPr lang="en-US" altLang="en-US" sz="1300" dirty="0">
                <a:solidFill>
                  <a:schemeClr val="accent6"/>
                </a:solidFill>
                <a:latin typeface="Arial" pitchFamily="34" charset="0"/>
                <a:ea typeface="Arial" pitchFamily="34" charset="-122"/>
                <a:cs typeface="Arial" pitchFamily="34" charset="-120"/>
              </a:rPr>
              <a:t>Grade</a:t>
            </a:r>
            <a:endParaRPr lang="en-US" sz="1300" dirty="0"/>
          </a:p>
        </p:txBody>
      </p:sp>
      <p:sp>
        <p:nvSpPr>
          <p:cNvPr id="20" name="Text 18"/>
          <p:cNvSpPr txBox="1"/>
          <p:nvPr/>
        </p:nvSpPr>
        <p:spPr>
          <a:xfrm>
            <a:off x="9000439" y="1463040"/>
            <a:ext cx="256032" cy="685800"/>
          </a:xfrm>
          <a:prstGeom prst="rect">
            <a:avLst/>
          </a:prstGeom>
          <a:noFill/>
          <a:ln/>
        </p:spPr>
        <p:txBody>
          <a:bodyPr wrap="square" lIns="0" tIns="0" rIns="0" bIns="0" rtlCol="0" anchor="ctr"/>
          <a:lstStyle/>
          <a:p>
            <a:pPr algn="ctr" indent="0" marL="0">
              <a:buNone/>
            </a:pPr>
            <a:r>
              <a:rPr lang="en-US" altLang="en-US" sz="2000" b="1" dirty="0">
                <a:solidFill>
                  <a:srgbClr val="6B7A85"/>
                </a:solidFill>
                <a:latin typeface="Arial" pitchFamily="34" charset="0"/>
                <a:ea typeface="Arial" pitchFamily="34" charset="-122"/>
                <a:cs typeface="Arial" pitchFamily="34" charset="-120"/>
              </a:rPr>
              <a:t>–</a:t>
            </a:r>
            <a:endParaRPr lang="en-US" sz="2000" dirty="0"/>
          </a:p>
        </p:txBody>
      </p:sp>
      <p:sp>
        <p:nvSpPr>
          <p:cNvPr id="21" name="title-part-5"/>
          <p:cNvSpPr/>
          <p:nvPr/>
        </p:nvSpPr>
        <p:spPr>
          <a:xfrm>
            <a:off x="9256471" y="1463040"/>
            <a:ext cx="1600200" cy="685800"/>
          </a:xfrm>
          <a:prstGeom prst="roundRect">
            <a:avLst>
              <a:gd name="adj" fmla="val 16000"/>
            </a:avLst>
          </a:prstGeom>
          <a:solidFill>
            <a:schemeClr val="bg2"/>
          </a:solidFill>
          <a:ln/>
        </p:spPr>
      </p:sp>
      <p:sp>
        <p:nvSpPr>
          <p:cNvPr id="22" name="Text 20"/>
          <p:cNvSpPr txBox="1"/>
          <p:nvPr/>
        </p:nvSpPr>
        <p:spPr>
          <a:xfrm>
            <a:off x="9256471" y="1463040"/>
            <a:ext cx="1600200" cy="685800"/>
          </a:xfrm>
          <a:prstGeom prst="rect">
            <a:avLst/>
          </a:prstGeom>
          <a:noFill/>
          <a:ln/>
        </p:spPr>
        <p:txBody>
          <a:bodyPr wrap="square" lIns="0" tIns="0" rIns="0" bIns="0" rtlCol="0" anchor="ctr"/>
          <a:lstStyle/>
          <a:p>
            <a:pPr algn="ctr" indent="0" marL="0">
              <a:buNone/>
            </a:pPr>
            <a:r>
              <a:rPr lang="en-US" altLang="en-US" sz="1600" b="1" dirty="0">
                <a:solidFill>
                  <a:srgbClr val="0B4F52"/>
                </a:solidFill>
                <a:latin typeface="Arial" pitchFamily="34" charset="0"/>
                <a:ea typeface="Arial" pitchFamily="34" charset="-122"/>
                <a:cs typeface="Arial" pitchFamily="34" charset="-120"/>
              </a:rPr>
              <a:t>Section</a:t>
            </a:r>
            <a:endParaRPr lang="en-US" sz="1600" dirty="0"/>
          </a:p>
        </p:txBody>
      </p:sp>
      <p:sp>
        <p:nvSpPr>
          <p:cNvPr id="23" name="Text 21"/>
          <p:cNvSpPr txBox="1"/>
          <p:nvPr/>
        </p:nvSpPr>
        <p:spPr>
          <a:xfrm>
            <a:off x="9256471" y="2212848"/>
            <a:ext cx="1600200" cy="365760"/>
          </a:xfrm>
          <a:prstGeom prst="rect">
            <a:avLst/>
          </a:prstGeom>
          <a:noFill/>
          <a:ln/>
        </p:spPr>
        <p:txBody>
          <a:bodyPr wrap="square" lIns="0" tIns="0" rIns="0" bIns="0" rtlCol="0" anchor="t"/>
          <a:lstStyle/>
          <a:p>
            <a:pPr algn="ctr" indent="0" marL="0">
              <a:buNone/>
            </a:pPr>
            <a:r>
              <a:rPr lang="en-US" altLang="en-US" sz="1300" dirty="0">
                <a:solidFill>
                  <a:schemeClr val="accent6"/>
                </a:solidFill>
                <a:latin typeface="Arial" pitchFamily="34" charset="0"/>
                <a:ea typeface="Arial" pitchFamily="34" charset="-122"/>
                <a:cs typeface="Arial" pitchFamily="34" charset="-120"/>
              </a:rPr>
              <a:t>Section</a:t>
            </a:r>
            <a:endParaRPr lang="en-US" sz="1300" dirty="0"/>
          </a:p>
        </p:txBody>
      </p:sp>
      <p:sp>
        <p:nvSpPr>
          <p:cNvPr id="24" name="mock-window"/>
          <p:cNvSpPr/>
          <p:nvPr/>
        </p:nvSpPr>
        <p:spPr>
          <a:xfrm>
            <a:off x="3962095" y="2880360"/>
            <a:ext cx="7680960" cy="3154680"/>
          </a:xfrm>
          <a:prstGeom prst="roundRect">
            <a:avLst>
              <a:gd name="adj" fmla="val 2899"/>
            </a:avLst>
          </a:prstGeom>
          <a:solidFill>
            <a:srgbClr val="FFFFFF"/>
          </a:solidFill>
          <a:ln w="12700">
            <a:solidFill>
              <a:srgbClr val="D6DCE0"/>
            </a:solidFill>
            <a:prstDash val="solid"/>
          </a:ln>
          <a:effectLst>
            <a:outerShdw sx="100000" sy="100000" kx="0" ky="0" algn="bl" rotWithShape="0" blurRad="76200" dist="25400" dir="5400000">
              <a:srgbClr val="000000">
                <a:alpha val="14000"/>
              </a:srgbClr>
            </a:outerShdw>
          </a:effectLst>
        </p:spPr>
      </p:sp>
      <p:sp>
        <p:nvSpPr>
          <p:cNvPr id="25" name="Shape 23"/>
          <p:cNvSpPr/>
          <p:nvPr/>
        </p:nvSpPr>
        <p:spPr>
          <a:xfrm>
            <a:off x="3980383" y="2898648"/>
            <a:ext cx="7644384" cy="365760"/>
          </a:xfrm>
          <a:prstGeom prst="rect">
            <a:avLst/>
          </a:prstGeom>
          <a:solidFill>
            <a:srgbClr val="F3F2F1"/>
          </a:solidFill>
          <a:ln/>
        </p:spPr>
      </p:sp>
      <p:sp>
        <p:nvSpPr>
          <p:cNvPr id="26" name="Text 24"/>
          <p:cNvSpPr txBox="1"/>
          <p:nvPr/>
        </p:nvSpPr>
        <p:spPr>
          <a:xfrm>
            <a:off x="4099255" y="2898648"/>
            <a:ext cx="7406640" cy="365760"/>
          </a:xfrm>
          <a:prstGeom prst="rect">
            <a:avLst/>
          </a:prstGeom>
          <a:noFill/>
          <a:ln/>
        </p:spPr>
        <p:txBody>
          <a:bodyPr wrap="square" lIns="0" tIns="0" rIns="0" bIns="0" rtlCol="0" anchor="ctr"/>
          <a:lstStyle/>
          <a:p>
            <a:pPr algn="l" indent="0" marL="0">
              <a:buNone/>
            </a:pPr>
            <a:r>
              <a:rPr lang="en-US" altLang="en-US" sz="1200" b="1" dirty="0">
                <a:solidFill>
                  <a:srgbClr val="323130"/>
                </a:solidFill>
                <a:latin typeface="Arial" pitchFamily="34" charset="0"/>
                <a:ea typeface="Arial" pitchFamily="34" charset="-122"/>
                <a:cs typeface="Arial" pitchFamily="34" charset="-120"/>
              </a:rPr>
              <a:t>Microsoft Forms</a:t>
            </a:r>
            <a:endParaRPr lang="en-US" sz="1200" dirty="0"/>
          </a:p>
        </p:txBody>
      </p:sp>
      <p:sp>
        <p:nvSpPr>
          <p:cNvPr id="27" name="Shape 25"/>
          <p:cNvSpPr/>
          <p:nvPr/>
        </p:nvSpPr>
        <p:spPr>
          <a:xfrm>
            <a:off x="4190695" y="3429000"/>
            <a:ext cx="7223760" cy="2377440"/>
          </a:xfrm>
          <a:prstGeom prst="roundRect">
            <a:avLst>
              <a:gd name="adj" fmla="val 3077"/>
            </a:avLst>
          </a:prstGeom>
          <a:solidFill>
            <a:srgbClr val="FFFFFF"/>
          </a:solidFill>
          <a:ln w="12700">
            <a:solidFill>
              <a:srgbClr val="E1E5E8"/>
            </a:solidFill>
            <a:prstDash val="solid"/>
          </a:ln>
        </p:spPr>
      </p:sp>
      <p:sp>
        <p:nvSpPr>
          <p:cNvPr id="28" name="Shape 26"/>
          <p:cNvSpPr/>
          <p:nvPr/>
        </p:nvSpPr>
        <p:spPr>
          <a:xfrm>
            <a:off x="4199839" y="3438144"/>
            <a:ext cx="7205472" cy="457200"/>
          </a:xfrm>
          <a:prstGeom prst="rect">
            <a:avLst/>
          </a:prstGeom>
          <a:solidFill>
            <a:srgbClr val="03787C"/>
          </a:solidFill>
          <a:ln/>
        </p:spPr>
      </p:sp>
      <p:sp>
        <p:nvSpPr>
          <p:cNvPr id="29" name="Text 27"/>
          <p:cNvSpPr txBox="1"/>
          <p:nvPr/>
        </p:nvSpPr>
        <p:spPr>
          <a:xfrm>
            <a:off x="4419295" y="4069080"/>
            <a:ext cx="6858000" cy="548640"/>
          </a:xfrm>
          <a:prstGeom prst="rect">
            <a:avLst/>
          </a:prstGeom>
          <a:noFill/>
          <a:ln/>
        </p:spPr>
        <p:txBody>
          <a:bodyPr wrap="square" lIns="0" tIns="0" rIns="0" bIns="0" rtlCol="0" anchor="ctr"/>
          <a:lstStyle/>
          <a:p>
            <a:pPr algn="l" indent="0" marL="0">
              <a:buNone/>
            </a:pPr>
            <a:r>
              <a:rPr lang="en-US" altLang="en-US" sz="1800" b="1" dirty="0">
                <a:solidFill>
                  <a:srgbClr val="201F1E"/>
                </a:solidFill>
                <a:latin typeface="Arial" pitchFamily="34" charset="0"/>
                <a:ea typeface="Arial" pitchFamily="34" charset="-122"/>
                <a:cs typeface="Arial" pitchFamily="34" charset="-120"/>
              </a:rPr>
              <a:t>Mid-Semester 1 Test 2026–2027 – Biology – Grade 10 – Boys</a:t>
            </a:r>
            <a:endParaRPr lang="en-US" sz="1800" dirty="0"/>
          </a:p>
        </p:txBody>
      </p:sp>
      <p:sp>
        <p:nvSpPr>
          <p:cNvPr id="30" name="highlight"/>
          <p:cNvSpPr/>
          <p:nvPr/>
        </p:nvSpPr>
        <p:spPr>
          <a:xfrm>
            <a:off x="4327855" y="4023360"/>
            <a:ext cx="6949440" cy="640080"/>
          </a:xfrm>
          <a:prstGeom prst="roundRect">
            <a:avLst>
              <a:gd name="adj" fmla="val 8571"/>
            </a:avLst>
          </a:prstGeom>
          <a:ln w="31750">
            <a:solidFill>
              <a:srgbClr val="F2A900"/>
            </a:solidFill>
            <a:prstDash val="solid"/>
          </a:ln>
        </p:spPr>
      </p:sp>
      <p:sp>
        <p:nvSpPr>
          <p:cNvPr id="31" name="Text 29"/>
          <p:cNvSpPr txBox="1"/>
          <p:nvPr/>
        </p:nvSpPr>
        <p:spPr>
          <a:xfrm>
            <a:off x="4419295" y="4754880"/>
            <a:ext cx="6858000" cy="365760"/>
          </a:xfrm>
          <a:prstGeom prst="rect">
            <a:avLst/>
          </a:prstGeom>
          <a:noFill/>
          <a:ln/>
        </p:spPr>
        <p:txBody>
          <a:bodyPr wrap="square" lIns="0" tIns="0" rIns="0" bIns="0" rtlCol="0" anchor="ctr"/>
          <a:lstStyle/>
          <a:p>
            <a:pPr algn="l" indent="0" marL="0">
              <a:buNone/>
            </a:pPr>
            <a:r>
              <a:rPr lang="en-US" altLang="en-US" sz="1200" dirty="0">
                <a:solidFill>
                  <a:srgbClr val="8A8886"/>
                </a:solidFill>
                <a:latin typeface="Arial" pitchFamily="34" charset="0"/>
                <a:ea typeface="Arial" pitchFamily="34" charset="-122"/>
                <a:cs typeface="Arial" pitchFamily="34" charset="-120"/>
              </a:rPr>
              <a:t>Enter a description (student instructions go here)</a:t>
            </a:r>
            <a:endParaRPr lang="en-US" sz="1200" dirty="0"/>
          </a:p>
        </p:txBody>
      </p:sp>
      <p:sp>
        <p:nvSpPr>
          <p:cNvPr id="32" name="Shape 30"/>
          <p:cNvSpPr/>
          <p:nvPr/>
        </p:nvSpPr>
        <p:spPr>
          <a:xfrm>
            <a:off x="4419295" y="5138928"/>
            <a:ext cx="6675120" cy="0"/>
          </a:xfrm>
          <a:prstGeom prst="line">
            <a:avLst/>
          </a:prstGeom>
          <a:noFill/>
          <a:ln w="12700">
            <a:solidFill>
              <a:srgbClr val="C8C6C4"/>
            </a:solidFill>
            <a:prstDash val="solid"/>
          </a:ln>
        </p:spPr>
      </p:sp>
      <p:sp>
        <p:nvSpPr>
          <p:cNvPr id="33" name="title-notes"/>
          <p:cNvSpPr/>
          <p:nvPr/>
        </p:nvSpPr>
        <p:spPr>
          <a:xfrm>
            <a:off x="551383" y="2880360"/>
            <a:ext cx="3090672" cy="3154680"/>
          </a:xfrm>
          <a:prstGeom prst="roundRect">
            <a:avLst>
              <a:gd name="adj" fmla="val 3550"/>
            </a:avLst>
          </a:prstGeom>
          <a:solidFill>
            <a:schemeClr val="bg2"/>
          </a:solidFill>
          <a:ln/>
        </p:spPr>
      </p:sp>
      <p:sp>
        <p:nvSpPr>
          <p:cNvPr id="34" name="Text 32"/>
          <p:cNvSpPr txBox="1"/>
          <p:nvPr/>
        </p:nvSpPr>
        <p:spPr>
          <a:xfrm>
            <a:off x="715975" y="3017520"/>
            <a:ext cx="2743200" cy="365760"/>
          </a:xfrm>
          <a:prstGeom prst="rect">
            <a:avLst/>
          </a:prstGeom>
          <a:noFill/>
          <a:ln/>
        </p:spPr>
        <p:txBody>
          <a:bodyPr wrap="square" lIns="0" tIns="0" rIns="0" bIns="0" rtlCol="0" anchor="t"/>
          <a:lstStyle/>
          <a:p>
            <a:pPr algn="l" indent="0" marL="0">
              <a:buNone/>
            </a:pPr>
            <a:r>
              <a:rPr lang="en-US" altLang="en-US" sz="1600" b="1" dirty="0">
                <a:solidFill>
                  <a:schemeClr val="tx2"/>
                </a:solidFill>
                <a:latin typeface="Arial" pitchFamily="34" charset="0"/>
                <a:ea typeface="Arial" pitchFamily="34" charset="-122"/>
                <a:cs typeface="Arial" pitchFamily="34" charset="-120"/>
              </a:rPr>
              <a:t>Approved example</a:t>
            </a:r>
            <a:endParaRPr lang="en-US" sz="1600" dirty="0"/>
          </a:p>
        </p:txBody>
      </p:sp>
      <p:sp>
        <p:nvSpPr>
          <p:cNvPr id="35" name="Text 33"/>
          <p:cNvSpPr txBox="1"/>
          <p:nvPr/>
        </p:nvSpPr>
        <p:spPr>
          <a:xfrm>
            <a:off x="715975" y="3429000"/>
            <a:ext cx="2743200" cy="41148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Biology – Grade 10 – Boys</a:t>
            </a:r>
            <a:endParaRPr lang="en-US" sz="1400" dirty="0"/>
          </a:p>
        </p:txBody>
      </p:sp>
      <p:sp>
        <p:nvSpPr>
          <p:cNvPr id="36" name="Text 34"/>
          <p:cNvSpPr txBox="1"/>
          <p:nvPr/>
        </p:nvSpPr>
        <p:spPr>
          <a:xfrm>
            <a:off x="715975" y="4023360"/>
            <a:ext cx="2743200" cy="365760"/>
          </a:xfrm>
          <a:prstGeom prst="rect">
            <a:avLst/>
          </a:prstGeom>
          <a:noFill/>
          <a:ln/>
        </p:spPr>
        <p:txBody>
          <a:bodyPr wrap="square" lIns="0" tIns="0" rIns="0" bIns="0" rtlCol="0" anchor="t"/>
          <a:lstStyle/>
          <a:p>
            <a:pPr algn="l" indent="0" marL="0">
              <a:buNone/>
            </a:pPr>
            <a:r>
              <a:rPr lang="en-US" altLang="en-US" sz="1600" b="1" dirty="0">
                <a:solidFill>
                  <a:schemeClr val="tx2"/>
                </a:solidFill>
                <a:latin typeface="Arial" pitchFamily="34" charset="0"/>
                <a:ea typeface="Arial" pitchFamily="34" charset="-122"/>
                <a:cs typeface="Arial" pitchFamily="34" charset="-120"/>
              </a:rPr>
              <a:t>Why?</a:t>
            </a:r>
            <a:endParaRPr lang="en-US" sz="1600" dirty="0"/>
          </a:p>
        </p:txBody>
      </p:sp>
      <p:sp>
        <p:nvSpPr>
          <p:cNvPr id="37" name="Text 35"/>
          <p:cNvSpPr txBox="1"/>
          <p:nvPr/>
        </p:nvSpPr>
        <p:spPr>
          <a:xfrm>
            <a:off x="715975" y="4434840"/>
            <a:ext cx="2743200" cy="137160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Consistent naming makes it easier for the HoD to track tests in the readiness tracker.</a:t>
            </a:r>
            <a:endParaRPr lang="en-US" sz="1400" dirty="0"/>
          </a:p>
        </p:txBody>
      </p:sp>
      <p:sp>
        <p:nvSpPr>
          <p:cNvPr id="38" name="Slide Number Placeholder 0"/>
          <p:cNvSpPr>
            <a:spLocks noGrp="1"/>
          </p:cNvSpPr>
          <p:nvPr>
            <p:ph type="sldNum" sz="quarter" idx="4294967295"/>
          </p:nvPr>
        </p:nvSpPr>
        <p:spPr>
          <a:xfrm>
            <a:off x="11201400" y="6419088"/>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6B7A8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1307592" y="347472"/>
            <a:ext cx="10332720" cy="777240"/>
          </a:xfrm>
          <a:prstGeom prst="rect">
            <a:avLst/>
          </a:prstGeom>
          <a:noFill/>
          <a:ln/>
        </p:spPr>
        <p:txBody>
          <a:bodyPr wrap="square" lIns="0" tIns="0" rIns="0" bIns="0" rtlCol="0" anchor="ctr"/>
          <a:lstStyle/>
          <a:p>
            <a:pPr algn="l" indent="0" marL="0">
              <a:buNone/>
            </a:pPr>
            <a:r>
              <a:rPr lang="en-US" altLang="en-US" sz="3000" b="1" dirty="0">
                <a:solidFill>
                  <a:schemeClr val="tx2"/>
                </a:solidFill>
              </a:rPr>
              <a:t>Standard student instructions in the description</a:t>
            </a:r>
            <a:endParaRPr lang="en-US" sz="3000" dirty="0"/>
          </a:p>
        </p:txBody>
      </p:sp>
      <p:sp>
        <p:nvSpPr>
          <p:cNvPr id="3" name="title-badge"/>
          <p:cNvSpPr/>
          <p:nvPr/>
        </p:nvSpPr>
        <p:spPr>
          <a:xfrm>
            <a:off x="505663" y="411480"/>
            <a:ext cx="640080" cy="640080"/>
          </a:xfrm>
          <a:prstGeom prst="ellipse">
            <a:avLst/>
          </a:prstGeom>
          <a:solidFill>
            <a:schemeClr val="accent1"/>
          </a:solidFill>
          <a:ln/>
        </p:spPr>
      </p:sp>
      <p:sp>
        <p:nvSpPr>
          <p:cNvPr id="4" name="Text 2"/>
          <p:cNvSpPr txBox="1"/>
          <p:nvPr/>
        </p:nvSpPr>
        <p:spPr>
          <a:xfrm>
            <a:off x="505663" y="411480"/>
            <a:ext cx="640080" cy="640080"/>
          </a:xfrm>
          <a:prstGeom prst="rect">
            <a:avLst/>
          </a:prstGeom>
          <a:noFill/>
          <a:ln/>
        </p:spPr>
        <p:txBody>
          <a:bodyPr wrap="square" lIns="0" tIns="0" rIns="0" bIns="0" rtlCol="0" anchor="ctr"/>
          <a:lstStyle/>
          <a:p>
            <a:pPr algn="ctr" indent="0" marL="0">
              <a:buNone/>
            </a:pPr>
            <a:r>
              <a:rPr lang="en-US" altLang="en-US" sz="2400" b="1" dirty="0">
                <a:solidFill>
                  <a:schemeClr val="bg1"/>
                </a:solidFill>
                <a:latin typeface="Arial" pitchFamily="34" charset="0"/>
                <a:ea typeface="Arial" pitchFamily="34" charset="-122"/>
                <a:cs typeface="Arial" pitchFamily="34" charset="-120"/>
              </a:rPr>
              <a:t>3</a:t>
            </a:r>
            <a:endParaRPr lang="en-US" sz="2400" dirty="0"/>
          </a:p>
        </p:txBody>
      </p:sp>
      <p:sp>
        <p:nvSpPr>
          <p:cNvPr id="5" name="instruction-1"/>
          <p:cNvSpPr/>
          <p:nvPr/>
        </p:nvSpPr>
        <p:spPr>
          <a:xfrm>
            <a:off x="551383" y="1417320"/>
            <a:ext cx="3566160" cy="1371600"/>
          </a:xfrm>
          <a:prstGeom prst="roundRect">
            <a:avLst>
              <a:gd name="adj" fmla="val 8000"/>
            </a:avLst>
          </a:prstGeom>
          <a:solidFill>
            <a:schemeClr val="bg2"/>
          </a:solidFill>
          <a:ln/>
        </p:spPr>
      </p:sp>
      <p:sp>
        <p:nvSpPr>
          <p:cNvPr id="6" name="Shape 4"/>
          <p:cNvSpPr/>
          <p:nvPr/>
        </p:nvSpPr>
        <p:spPr>
          <a:xfrm>
            <a:off x="688543" y="1581912"/>
            <a:ext cx="365760" cy="365760"/>
          </a:xfrm>
          <a:prstGeom prst="ellipse">
            <a:avLst/>
          </a:prstGeom>
          <a:solidFill>
            <a:schemeClr val="accent1"/>
          </a:solidFill>
          <a:ln w="19050">
            <a:solidFill>
              <a:srgbClr val="FFFFFF"/>
            </a:solidFill>
            <a:prstDash val="solid"/>
          </a:ln>
        </p:spPr>
      </p:sp>
      <p:sp>
        <p:nvSpPr>
          <p:cNvPr id="7" name="Text 5"/>
          <p:cNvSpPr txBox="1"/>
          <p:nvPr/>
        </p:nvSpPr>
        <p:spPr>
          <a:xfrm>
            <a:off x="688543" y="1581912"/>
            <a:ext cx="365760" cy="365760"/>
          </a:xfrm>
          <a:prstGeom prst="rect">
            <a:avLst/>
          </a:prstGeom>
          <a:noFill/>
          <a:ln/>
        </p:spPr>
        <p:txBody>
          <a:bodyPr wrap="square" lIns="0" tIns="0" rIns="0" bIns="0" rtlCol="0" anchor="ctr"/>
          <a:lstStyle/>
          <a:p>
            <a:pPr algn="ctr" indent="0" marL="0">
              <a:buNone/>
            </a:pPr>
            <a:r>
              <a:rPr lang="en-US" altLang="en-US" sz="1300" b="1" dirty="0">
                <a:solidFill>
                  <a:schemeClr val="bg1"/>
                </a:solidFill>
                <a:latin typeface="Arial" pitchFamily="34" charset="0"/>
                <a:ea typeface="Arial" pitchFamily="34" charset="-122"/>
                <a:cs typeface="Arial" pitchFamily="34" charset="-120"/>
              </a:rPr>
              <a:t>1</a:t>
            </a:r>
            <a:endParaRPr lang="en-US" sz="1300" dirty="0"/>
          </a:p>
        </p:txBody>
      </p:sp>
      <p:pic>
        <p:nvPicPr>
          <p:cNvPr id="8" name="Image 0" descr="preencoded.png">    </p:cNvPr>
          <p:cNvPicPr>
            <a:picLocks noChangeAspect="1"/>
          </p:cNvPicPr>
          <p:nvPr/>
        </p:nvPicPr>
        <p:blipFill>
          <a:blip r:embed="rId1"/>
          <a:stretch>
            <a:fillRect/>
          </a:stretch>
        </p:blipFill>
        <p:spPr>
          <a:xfrm>
            <a:off x="3642055" y="1600200"/>
            <a:ext cx="292608" cy="292608"/>
          </a:xfrm>
          <a:prstGeom prst="rect">
            <a:avLst/>
          </a:prstGeom>
        </p:spPr>
      </p:pic>
      <p:sp>
        <p:nvSpPr>
          <p:cNvPr id="9" name="Text 6"/>
          <p:cNvSpPr txBox="1"/>
          <p:nvPr/>
        </p:nvSpPr>
        <p:spPr>
          <a:xfrm>
            <a:off x="734263" y="1984248"/>
            <a:ext cx="3200400" cy="73152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Sign in with your school Microsoft 365 account and check you opened the correct test</a:t>
            </a:r>
            <a:endParaRPr lang="en-US" sz="1400" dirty="0"/>
          </a:p>
        </p:txBody>
      </p:sp>
      <p:sp>
        <p:nvSpPr>
          <p:cNvPr id="10" name="instruction-2"/>
          <p:cNvSpPr/>
          <p:nvPr/>
        </p:nvSpPr>
        <p:spPr>
          <a:xfrm>
            <a:off x="4314139" y="1417320"/>
            <a:ext cx="3566160" cy="1371600"/>
          </a:xfrm>
          <a:prstGeom prst="roundRect">
            <a:avLst>
              <a:gd name="adj" fmla="val 8000"/>
            </a:avLst>
          </a:prstGeom>
          <a:solidFill>
            <a:schemeClr val="bg2"/>
          </a:solidFill>
          <a:ln/>
        </p:spPr>
      </p:sp>
      <p:sp>
        <p:nvSpPr>
          <p:cNvPr id="11" name="Shape 8"/>
          <p:cNvSpPr/>
          <p:nvPr/>
        </p:nvSpPr>
        <p:spPr>
          <a:xfrm>
            <a:off x="4451299" y="1581912"/>
            <a:ext cx="365760" cy="365760"/>
          </a:xfrm>
          <a:prstGeom prst="ellipse">
            <a:avLst/>
          </a:prstGeom>
          <a:solidFill>
            <a:schemeClr val="accent1"/>
          </a:solidFill>
          <a:ln w="19050">
            <a:solidFill>
              <a:srgbClr val="FFFFFF"/>
            </a:solidFill>
            <a:prstDash val="solid"/>
          </a:ln>
        </p:spPr>
      </p:sp>
      <p:sp>
        <p:nvSpPr>
          <p:cNvPr id="12" name="Text 9"/>
          <p:cNvSpPr txBox="1"/>
          <p:nvPr/>
        </p:nvSpPr>
        <p:spPr>
          <a:xfrm>
            <a:off x="4451299" y="1581912"/>
            <a:ext cx="365760" cy="365760"/>
          </a:xfrm>
          <a:prstGeom prst="rect">
            <a:avLst/>
          </a:prstGeom>
          <a:noFill/>
          <a:ln/>
        </p:spPr>
        <p:txBody>
          <a:bodyPr wrap="square" lIns="0" tIns="0" rIns="0" bIns="0" rtlCol="0" anchor="ctr"/>
          <a:lstStyle/>
          <a:p>
            <a:pPr algn="ctr" indent="0" marL="0">
              <a:buNone/>
            </a:pPr>
            <a:r>
              <a:rPr lang="en-US" altLang="en-US" sz="1300" b="1" dirty="0">
                <a:solidFill>
                  <a:schemeClr val="bg1"/>
                </a:solidFill>
                <a:latin typeface="Arial" pitchFamily="34" charset="0"/>
                <a:ea typeface="Arial" pitchFamily="34" charset="-122"/>
                <a:cs typeface="Arial" pitchFamily="34" charset="-120"/>
              </a:rPr>
              <a:t>2</a:t>
            </a:r>
            <a:endParaRPr lang="en-US" sz="1300" dirty="0"/>
          </a:p>
        </p:txBody>
      </p:sp>
      <p:pic>
        <p:nvPicPr>
          <p:cNvPr id="13" name="Image 1" descr="preencoded.png">    </p:cNvPr>
          <p:cNvPicPr>
            <a:picLocks noChangeAspect="1"/>
          </p:cNvPicPr>
          <p:nvPr/>
        </p:nvPicPr>
        <p:blipFill>
          <a:blip r:embed="rId2"/>
          <a:stretch>
            <a:fillRect/>
          </a:stretch>
        </p:blipFill>
        <p:spPr>
          <a:xfrm>
            <a:off x="7404811" y="1600200"/>
            <a:ext cx="292608" cy="292608"/>
          </a:xfrm>
          <a:prstGeom prst="rect">
            <a:avLst/>
          </a:prstGeom>
        </p:spPr>
      </p:pic>
      <p:sp>
        <p:nvSpPr>
          <p:cNvPr id="14" name="Text 10"/>
          <p:cNvSpPr txBox="1"/>
          <p:nvPr/>
        </p:nvSpPr>
        <p:spPr>
          <a:xfrm>
            <a:off x="4497019" y="1984248"/>
            <a:ext cx="3200400" cy="73152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Read every question carefully and follow the instructions</a:t>
            </a:r>
            <a:endParaRPr lang="en-US" sz="1400" dirty="0"/>
          </a:p>
        </p:txBody>
      </p:sp>
      <p:sp>
        <p:nvSpPr>
          <p:cNvPr id="15" name="instruction-3"/>
          <p:cNvSpPr/>
          <p:nvPr/>
        </p:nvSpPr>
        <p:spPr>
          <a:xfrm>
            <a:off x="8076895" y="1417320"/>
            <a:ext cx="3566160" cy="1371600"/>
          </a:xfrm>
          <a:prstGeom prst="roundRect">
            <a:avLst>
              <a:gd name="adj" fmla="val 8000"/>
            </a:avLst>
          </a:prstGeom>
          <a:solidFill>
            <a:schemeClr val="bg2"/>
          </a:solidFill>
          <a:ln/>
        </p:spPr>
      </p:sp>
      <p:sp>
        <p:nvSpPr>
          <p:cNvPr id="16" name="Shape 12"/>
          <p:cNvSpPr/>
          <p:nvPr/>
        </p:nvSpPr>
        <p:spPr>
          <a:xfrm>
            <a:off x="8214055" y="1581912"/>
            <a:ext cx="365760" cy="365760"/>
          </a:xfrm>
          <a:prstGeom prst="ellipse">
            <a:avLst/>
          </a:prstGeom>
          <a:solidFill>
            <a:schemeClr val="accent1"/>
          </a:solidFill>
          <a:ln w="19050">
            <a:solidFill>
              <a:srgbClr val="FFFFFF"/>
            </a:solidFill>
            <a:prstDash val="solid"/>
          </a:ln>
        </p:spPr>
      </p:sp>
      <p:sp>
        <p:nvSpPr>
          <p:cNvPr id="17" name="Text 13"/>
          <p:cNvSpPr txBox="1"/>
          <p:nvPr/>
        </p:nvSpPr>
        <p:spPr>
          <a:xfrm>
            <a:off x="8214055" y="1581912"/>
            <a:ext cx="365760" cy="365760"/>
          </a:xfrm>
          <a:prstGeom prst="rect">
            <a:avLst/>
          </a:prstGeom>
          <a:noFill/>
          <a:ln/>
        </p:spPr>
        <p:txBody>
          <a:bodyPr wrap="square" lIns="0" tIns="0" rIns="0" bIns="0" rtlCol="0" anchor="ctr"/>
          <a:lstStyle/>
          <a:p>
            <a:pPr algn="ctr" indent="0" marL="0">
              <a:buNone/>
            </a:pPr>
            <a:r>
              <a:rPr lang="en-US" altLang="en-US" sz="1300" b="1" dirty="0">
                <a:solidFill>
                  <a:schemeClr val="bg1"/>
                </a:solidFill>
                <a:latin typeface="Arial" pitchFamily="34" charset="0"/>
                <a:ea typeface="Arial" pitchFamily="34" charset="-122"/>
                <a:cs typeface="Arial" pitchFamily="34" charset="-120"/>
              </a:rPr>
              <a:t>3</a:t>
            </a:r>
            <a:endParaRPr lang="en-US" sz="1300" dirty="0"/>
          </a:p>
        </p:txBody>
      </p:sp>
      <p:pic>
        <p:nvPicPr>
          <p:cNvPr id="18" name="Image 2" descr="preencoded.png">    </p:cNvPr>
          <p:cNvPicPr>
            <a:picLocks noChangeAspect="1"/>
          </p:cNvPicPr>
          <p:nvPr/>
        </p:nvPicPr>
        <p:blipFill>
          <a:blip r:embed="rId3"/>
          <a:stretch>
            <a:fillRect/>
          </a:stretch>
        </p:blipFill>
        <p:spPr>
          <a:xfrm>
            <a:off x="11167567" y="1600200"/>
            <a:ext cx="292608" cy="292608"/>
          </a:xfrm>
          <a:prstGeom prst="rect">
            <a:avLst/>
          </a:prstGeom>
        </p:spPr>
      </p:pic>
      <p:sp>
        <p:nvSpPr>
          <p:cNvPr id="19" name="Text 14"/>
          <p:cNvSpPr txBox="1"/>
          <p:nvPr/>
        </p:nvSpPr>
        <p:spPr>
          <a:xfrm>
            <a:off x="8259775" y="1984248"/>
            <a:ext cx="3200400" cy="73152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Work independently; no communication or unauthorised help</a:t>
            </a:r>
            <a:endParaRPr lang="en-US" sz="1400" dirty="0"/>
          </a:p>
        </p:txBody>
      </p:sp>
      <p:sp>
        <p:nvSpPr>
          <p:cNvPr id="20" name="instruction-4"/>
          <p:cNvSpPr/>
          <p:nvPr/>
        </p:nvSpPr>
        <p:spPr>
          <a:xfrm>
            <a:off x="551383" y="2971800"/>
            <a:ext cx="3566160" cy="1371600"/>
          </a:xfrm>
          <a:prstGeom prst="roundRect">
            <a:avLst>
              <a:gd name="adj" fmla="val 8000"/>
            </a:avLst>
          </a:prstGeom>
          <a:solidFill>
            <a:schemeClr val="bg2"/>
          </a:solidFill>
          <a:ln/>
        </p:spPr>
      </p:sp>
      <p:sp>
        <p:nvSpPr>
          <p:cNvPr id="21" name="Shape 16"/>
          <p:cNvSpPr/>
          <p:nvPr/>
        </p:nvSpPr>
        <p:spPr>
          <a:xfrm>
            <a:off x="688543" y="3136392"/>
            <a:ext cx="365760" cy="365760"/>
          </a:xfrm>
          <a:prstGeom prst="ellipse">
            <a:avLst/>
          </a:prstGeom>
          <a:solidFill>
            <a:schemeClr val="accent1"/>
          </a:solidFill>
          <a:ln w="19050">
            <a:solidFill>
              <a:srgbClr val="FFFFFF"/>
            </a:solidFill>
            <a:prstDash val="solid"/>
          </a:ln>
        </p:spPr>
      </p:sp>
      <p:sp>
        <p:nvSpPr>
          <p:cNvPr id="22" name="Text 17"/>
          <p:cNvSpPr txBox="1"/>
          <p:nvPr/>
        </p:nvSpPr>
        <p:spPr>
          <a:xfrm>
            <a:off x="688543" y="3136392"/>
            <a:ext cx="365760" cy="365760"/>
          </a:xfrm>
          <a:prstGeom prst="rect">
            <a:avLst/>
          </a:prstGeom>
          <a:noFill/>
          <a:ln/>
        </p:spPr>
        <p:txBody>
          <a:bodyPr wrap="square" lIns="0" tIns="0" rIns="0" bIns="0" rtlCol="0" anchor="ctr"/>
          <a:lstStyle/>
          <a:p>
            <a:pPr algn="ctr" indent="0" marL="0">
              <a:buNone/>
            </a:pPr>
            <a:r>
              <a:rPr lang="en-US" altLang="en-US" sz="1300" b="1" dirty="0">
                <a:solidFill>
                  <a:schemeClr val="bg1"/>
                </a:solidFill>
                <a:latin typeface="Arial" pitchFamily="34" charset="0"/>
                <a:ea typeface="Arial" pitchFamily="34" charset="-122"/>
                <a:cs typeface="Arial" pitchFamily="34" charset="-120"/>
              </a:rPr>
              <a:t>4</a:t>
            </a:r>
            <a:endParaRPr lang="en-US" sz="1300" dirty="0"/>
          </a:p>
        </p:txBody>
      </p:sp>
      <p:pic>
        <p:nvPicPr>
          <p:cNvPr id="23" name="Image 3" descr="preencoded.png">    </p:cNvPr>
          <p:cNvPicPr>
            <a:picLocks noChangeAspect="1"/>
          </p:cNvPicPr>
          <p:nvPr/>
        </p:nvPicPr>
        <p:blipFill>
          <a:blip r:embed="rId4"/>
          <a:stretch>
            <a:fillRect/>
          </a:stretch>
        </p:blipFill>
        <p:spPr>
          <a:xfrm>
            <a:off x="3642055" y="3154680"/>
            <a:ext cx="292608" cy="292608"/>
          </a:xfrm>
          <a:prstGeom prst="rect">
            <a:avLst/>
          </a:prstGeom>
        </p:spPr>
      </p:pic>
      <p:sp>
        <p:nvSpPr>
          <p:cNvPr id="24" name="Text 18"/>
          <p:cNvSpPr txBox="1"/>
          <p:nvPr/>
        </p:nvSpPr>
        <p:spPr>
          <a:xfrm>
            <a:off x="734263" y="3538728"/>
            <a:ext cx="3200400" cy="73152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No notes, textbooks, websites or AI tools unless your teacher permits</a:t>
            </a:r>
            <a:endParaRPr lang="en-US" sz="1400" dirty="0"/>
          </a:p>
        </p:txBody>
      </p:sp>
      <p:sp>
        <p:nvSpPr>
          <p:cNvPr id="25" name="instruction-5"/>
          <p:cNvSpPr/>
          <p:nvPr/>
        </p:nvSpPr>
        <p:spPr>
          <a:xfrm>
            <a:off x="4314139" y="2971800"/>
            <a:ext cx="3566160" cy="1371600"/>
          </a:xfrm>
          <a:prstGeom prst="roundRect">
            <a:avLst>
              <a:gd name="adj" fmla="val 8000"/>
            </a:avLst>
          </a:prstGeom>
          <a:solidFill>
            <a:schemeClr val="bg2"/>
          </a:solidFill>
          <a:ln/>
        </p:spPr>
      </p:sp>
      <p:sp>
        <p:nvSpPr>
          <p:cNvPr id="26" name="Shape 20"/>
          <p:cNvSpPr/>
          <p:nvPr/>
        </p:nvSpPr>
        <p:spPr>
          <a:xfrm>
            <a:off x="4451299" y="3136392"/>
            <a:ext cx="365760" cy="365760"/>
          </a:xfrm>
          <a:prstGeom prst="ellipse">
            <a:avLst/>
          </a:prstGeom>
          <a:solidFill>
            <a:schemeClr val="accent1"/>
          </a:solidFill>
          <a:ln w="19050">
            <a:solidFill>
              <a:srgbClr val="FFFFFF"/>
            </a:solidFill>
            <a:prstDash val="solid"/>
          </a:ln>
        </p:spPr>
      </p:sp>
      <p:sp>
        <p:nvSpPr>
          <p:cNvPr id="27" name="Text 21"/>
          <p:cNvSpPr txBox="1"/>
          <p:nvPr/>
        </p:nvSpPr>
        <p:spPr>
          <a:xfrm>
            <a:off x="4451299" y="3136392"/>
            <a:ext cx="365760" cy="365760"/>
          </a:xfrm>
          <a:prstGeom prst="rect">
            <a:avLst/>
          </a:prstGeom>
          <a:noFill/>
          <a:ln/>
        </p:spPr>
        <p:txBody>
          <a:bodyPr wrap="square" lIns="0" tIns="0" rIns="0" bIns="0" rtlCol="0" anchor="ctr"/>
          <a:lstStyle/>
          <a:p>
            <a:pPr algn="ctr" indent="0" marL="0">
              <a:buNone/>
            </a:pPr>
            <a:r>
              <a:rPr lang="en-US" altLang="en-US" sz="1300" b="1" dirty="0">
                <a:solidFill>
                  <a:schemeClr val="bg1"/>
                </a:solidFill>
                <a:latin typeface="Arial" pitchFamily="34" charset="0"/>
                <a:ea typeface="Arial" pitchFamily="34" charset="-122"/>
                <a:cs typeface="Arial" pitchFamily="34" charset="-120"/>
              </a:rPr>
              <a:t>5</a:t>
            </a:r>
            <a:endParaRPr lang="en-US" sz="1300" dirty="0"/>
          </a:p>
        </p:txBody>
      </p:sp>
      <p:pic>
        <p:nvPicPr>
          <p:cNvPr id="28" name="Image 4" descr="preencoded.png">    </p:cNvPr>
          <p:cNvPicPr>
            <a:picLocks noChangeAspect="1"/>
          </p:cNvPicPr>
          <p:nvPr/>
        </p:nvPicPr>
        <p:blipFill>
          <a:blip r:embed="rId5"/>
          <a:stretch>
            <a:fillRect/>
          </a:stretch>
        </p:blipFill>
        <p:spPr>
          <a:xfrm>
            <a:off x="7404811" y="3154680"/>
            <a:ext cx="292608" cy="292608"/>
          </a:xfrm>
          <a:prstGeom prst="rect">
            <a:avLst/>
          </a:prstGeom>
        </p:spPr>
      </p:pic>
      <p:sp>
        <p:nvSpPr>
          <p:cNvPr id="29" name="Text 22"/>
          <p:cNvSpPr txBox="1"/>
          <p:nvPr/>
        </p:nvSpPr>
        <p:spPr>
          <a:xfrm>
            <a:off x="4497019" y="3538728"/>
            <a:ext cx="3200400" cy="73152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Check your internet connection and device before starting</a:t>
            </a:r>
            <a:endParaRPr lang="en-US" sz="1400" dirty="0"/>
          </a:p>
        </p:txBody>
      </p:sp>
      <p:sp>
        <p:nvSpPr>
          <p:cNvPr id="30" name="instruction-6"/>
          <p:cNvSpPr/>
          <p:nvPr/>
        </p:nvSpPr>
        <p:spPr>
          <a:xfrm>
            <a:off x="8076895" y="2971800"/>
            <a:ext cx="3566160" cy="1371600"/>
          </a:xfrm>
          <a:prstGeom prst="roundRect">
            <a:avLst>
              <a:gd name="adj" fmla="val 8000"/>
            </a:avLst>
          </a:prstGeom>
          <a:solidFill>
            <a:schemeClr val="bg2"/>
          </a:solidFill>
          <a:ln/>
        </p:spPr>
      </p:sp>
      <p:sp>
        <p:nvSpPr>
          <p:cNvPr id="31" name="Shape 24"/>
          <p:cNvSpPr/>
          <p:nvPr/>
        </p:nvSpPr>
        <p:spPr>
          <a:xfrm>
            <a:off x="8214055" y="3136392"/>
            <a:ext cx="365760" cy="365760"/>
          </a:xfrm>
          <a:prstGeom prst="ellipse">
            <a:avLst/>
          </a:prstGeom>
          <a:solidFill>
            <a:schemeClr val="accent1"/>
          </a:solidFill>
          <a:ln w="19050">
            <a:solidFill>
              <a:srgbClr val="FFFFFF"/>
            </a:solidFill>
            <a:prstDash val="solid"/>
          </a:ln>
        </p:spPr>
      </p:sp>
      <p:sp>
        <p:nvSpPr>
          <p:cNvPr id="32" name="Text 25"/>
          <p:cNvSpPr txBox="1"/>
          <p:nvPr/>
        </p:nvSpPr>
        <p:spPr>
          <a:xfrm>
            <a:off x="8214055" y="3136392"/>
            <a:ext cx="365760" cy="365760"/>
          </a:xfrm>
          <a:prstGeom prst="rect">
            <a:avLst/>
          </a:prstGeom>
          <a:noFill/>
          <a:ln/>
        </p:spPr>
        <p:txBody>
          <a:bodyPr wrap="square" lIns="0" tIns="0" rIns="0" bIns="0" rtlCol="0" anchor="ctr"/>
          <a:lstStyle/>
          <a:p>
            <a:pPr algn="ctr" indent="0" marL="0">
              <a:buNone/>
            </a:pPr>
            <a:r>
              <a:rPr lang="en-US" altLang="en-US" sz="1300" b="1" dirty="0">
                <a:solidFill>
                  <a:schemeClr val="bg1"/>
                </a:solidFill>
                <a:latin typeface="Arial" pitchFamily="34" charset="0"/>
                <a:ea typeface="Arial" pitchFamily="34" charset="-122"/>
                <a:cs typeface="Arial" pitchFamily="34" charset="-120"/>
              </a:rPr>
              <a:t>6</a:t>
            </a:r>
            <a:endParaRPr lang="en-US" sz="1300" dirty="0"/>
          </a:p>
        </p:txBody>
      </p:sp>
      <p:pic>
        <p:nvPicPr>
          <p:cNvPr id="33" name="Image 5" descr="preencoded.png">    </p:cNvPr>
          <p:cNvPicPr>
            <a:picLocks noChangeAspect="1"/>
          </p:cNvPicPr>
          <p:nvPr/>
        </p:nvPicPr>
        <p:blipFill>
          <a:blip r:embed="rId6"/>
          <a:stretch>
            <a:fillRect/>
          </a:stretch>
        </p:blipFill>
        <p:spPr>
          <a:xfrm>
            <a:off x="11167567" y="3154680"/>
            <a:ext cx="292608" cy="292608"/>
          </a:xfrm>
          <a:prstGeom prst="rect">
            <a:avLst/>
          </a:prstGeom>
        </p:spPr>
      </p:pic>
      <p:sp>
        <p:nvSpPr>
          <p:cNvPr id="34" name="Text 26"/>
          <p:cNvSpPr txBox="1"/>
          <p:nvPr/>
        </p:nvSpPr>
        <p:spPr>
          <a:xfrm>
            <a:off x="8259775" y="3538728"/>
            <a:ext cx="3200400" cy="73152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Watch the timer; a timed quiz may auto-submit when time expires</a:t>
            </a:r>
            <a:endParaRPr lang="en-US" sz="1400" dirty="0"/>
          </a:p>
        </p:txBody>
      </p:sp>
      <p:sp>
        <p:nvSpPr>
          <p:cNvPr id="35" name="instruction-7"/>
          <p:cNvSpPr/>
          <p:nvPr/>
        </p:nvSpPr>
        <p:spPr>
          <a:xfrm>
            <a:off x="551383" y="4526280"/>
            <a:ext cx="3566160" cy="1371600"/>
          </a:xfrm>
          <a:prstGeom prst="roundRect">
            <a:avLst>
              <a:gd name="adj" fmla="val 8000"/>
            </a:avLst>
          </a:prstGeom>
          <a:solidFill>
            <a:schemeClr val="bg2"/>
          </a:solidFill>
          <a:ln/>
        </p:spPr>
      </p:sp>
      <p:sp>
        <p:nvSpPr>
          <p:cNvPr id="36" name="Shape 28"/>
          <p:cNvSpPr/>
          <p:nvPr/>
        </p:nvSpPr>
        <p:spPr>
          <a:xfrm>
            <a:off x="688543" y="4690872"/>
            <a:ext cx="365760" cy="365760"/>
          </a:xfrm>
          <a:prstGeom prst="ellipse">
            <a:avLst/>
          </a:prstGeom>
          <a:solidFill>
            <a:schemeClr val="accent1"/>
          </a:solidFill>
          <a:ln w="19050">
            <a:solidFill>
              <a:srgbClr val="FFFFFF"/>
            </a:solidFill>
            <a:prstDash val="solid"/>
          </a:ln>
        </p:spPr>
      </p:sp>
      <p:sp>
        <p:nvSpPr>
          <p:cNvPr id="37" name="Text 29"/>
          <p:cNvSpPr txBox="1"/>
          <p:nvPr/>
        </p:nvSpPr>
        <p:spPr>
          <a:xfrm>
            <a:off x="688543" y="4690872"/>
            <a:ext cx="365760" cy="365760"/>
          </a:xfrm>
          <a:prstGeom prst="rect">
            <a:avLst/>
          </a:prstGeom>
          <a:noFill/>
          <a:ln/>
        </p:spPr>
        <p:txBody>
          <a:bodyPr wrap="square" lIns="0" tIns="0" rIns="0" bIns="0" rtlCol="0" anchor="ctr"/>
          <a:lstStyle/>
          <a:p>
            <a:pPr algn="ctr" indent="0" marL="0">
              <a:buNone/>
            </a:pPr>
            <a:r>
              <a:rPr lang="en-US" altLang="en-US" sz="1300" b="1" dirty="0">
                <a:solidFill>
                  <a:schemeClr val="bg1"/>
                </a:solidFill>
                <a:latin typeface="Arial" pitchFamily="34" charset="0"/>
                <a:ea typeface="Arial" pitchFamily="34" charset="-122"/>
                <a:cs typeface="Arial" pitchFamily="34" charset="-120"/>
              </a:rPr>
              <a:t>7</a:t>
            </a:r>
            <a:endParaRPr lang="en-US" sz="1300" dirty="0"/>
          </a:p>
        </p:txBody>
      </p:sp>
      <p:pic>
        <p:nvPicPr>
          <p:cNvPr id="38" name="Image 6" descr="preencoded.png">    </p:cNvPr>
          <p:cNvPicPr>
            <a:picLocks noChangeAspect="1"/>
          </p:cNvPicPr>
          <p:nvPr/>
        </p:nvPicPr>
        <p:blipFill>
          <a:blip r:embed="rId7"/>
          <a:stretch>
            <a:fillRect/>
          </a:stretch>
        </p:blipFill>
        <p:spPr>
          <a:xfrm>
            <a:off x="3642055" y="4709160"/>
            <a:ext cx="292608" cy="292608"/>
          </a:xfrm>
          <a:prstGeom prst="rect">
            <a:avLst/>
          </a:prstGeom>
        </p:spPr>
      </p:pic>
      <p:sp>
        <p:nvSpPr>
          <p:cNvPr id="39" name="Text 30"/>
          <p:cNvSpPr txBox="1"/>
          <p:nvPr/>
        </p:nvSpPr>
        <p:spPr>
          <a:xfrm>
            <a:off x="734263" y="5093208"/>
            <a:ext cx="3200400" cy="73152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Do not share questions, screenshots, answers or the link</a:t>
            </a:r>
            <a:endParaRPr lang="en-US" sz="1400" dirty="0"/>
          </a:p>
        </p:txBody>
      </p:sp>
      <p:sp>
        <p:nvSpPr>
          <p:cNvPr id="40" name="instruction-8"/>
          <p:cNvSpPr/>
          <p:nvPr/>
        </p:nvSpPr>
        <p:spPr>
          <a:xfrm>
            <a:off x="4314139" y="4526280"/>
            <a:ext cx="3566160" cy="1371600"/>
          </a:xfrm>
          <a:prstGeom prst="roundRect">
            <a:avLst>
              <a:gd name="adj" fmla="val 8000"/>
            </a:avLst>
          </a:prstGeom>
          <a:solidFill>
            <a:schemeClr val="bg2"/>
          </a:solidFill>
          <a:ln/>
        </p:spPr>
      </p:sp>
      <p:sp>
        <p:nvSpPr>
          <p:cNvPr id="41" name="Shape 32"/>
          <p:cNvSpPr/>
          <p:nvPr/>
        </p:nvSpPr>
        <p:spPr>
          <a:xfrm>
            <a:off x="4451299" y="4690872"/>
            <a:ext cx="365760" cy="365760"/>
          </a:xfrm>
          <a:prstGeom prst="ellipse">
            <a:avLst/>
          </a:prstGeom>
          <a:solidFill>
            <a:schemeClr val="accent1"/>
          </a:solidFill>
          <a:ln w="19050">
            <a:solidFill>
              <a:srgbClr val="FFFFFF"/>
            </a:solidFill>
            <a:prstDash val="solid"/>
          </a:ln>
        </p:spPr>
      </p:sp>
      <p:sp>
        <p:nvSpPr>
          <p:cNvPr id="42" name="Text 33"/>
          <p:cNvSpPr txBox="1"/>
          <p:nvPr/>
        </p:nvSpPr>
        <p:spPr>
          <a:xfrm>
            <a:off x="4451299" y="4690872"/>
            <a:ext cx="365760" cy="365760"/>
          </a:xfrm>
          <a:prstGeom prst="rect">
            <a:avLst/>
          </a:prstGeom>
          <a:noFill/>
          <a:ln/>
        </p:spPr>
        <p:txBody>
          <a:bodyPr wrap="square" lIns="0" tIns="0" rIns="0" bIns="0" rtlCol="0" anchor="ctr"/>
          <a:lstStyle/>
          <a:p>
            <a:pPr algn="ctr" indent="0" marL="0">
              <a:buNone/>
            </a:pPr>
            <a:r>
              <a:rPr lang="en-US" altLang="en-US" sz="1300" b="1" dirty="0">
                <a:solidFill>
                  <a:schemeClr val="bg1"/>
                </a:solidFill>
                <a:latin typeface="Arial" pitchFamily="34" charset="0"/>
                <a:ea typeface="Arial" pitchFamily="34" charset="-122"/>
                <a:cs typeface="Arial" pitchFamily="34" charset="-120"/>
              </a:rPr>
              <a:t>8</a:t>
            </a:r>
            <a:endParaRPr lang="en-US" sz="1300" dirty="0"/>
          </a:p>
        </p:txBody>
      </p:sp>
      <p:pic>
        <p:nvPicPr>
          <p:cNvPr id="43" name="Image 7" descr="preencoded.png">    </p:cNvPr>
          <p:cNvPicPr>
            <a:picLocks noChangeAspect="1"/>
          </p:cNvPicPr>
          <p:nvPr/>
        </p:nvPicPr>
        <p:blipFill>
          <a:blip r:embed="rId8"/>
          <a:stretch>
            <a:fillRect/>
          </a:stretch>
        </p:blipFill>
        <p:spPr>
          <a:xfrm>
            <a:off x="7404811" y="4709160"/>
            <a:ext cx="292608" cy="292608"/>
          </a:xfrm>
          <a:prstGeom prst="rect">
            <a:avLst/>
          </a:prstGeom>
        </p:spPr>
      </p:pic>
      <p:sp>
        <p:nvSpPr>
          <p:cNvPr id="44" name="Text 34"/>
          <p:cNvSpPr txBox="1"/>
          <p:nvPr/>
        </p:nvSpPr>
        <p:spPr>
          <a:xfrm>
            <a:off x="4497019" y="5093208"/>
            <a:ext cx="3200400" cy="73152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Report technical problems immediately to your teacher or head of section</a:t>
            </a:r>
            <a:endParaRPr lang="en-US" sz="1400" dirty="0"/>
          </a:p>
        </p:txBody>
      </p:sp>
      <p:sp>
        <p:nvSpPr>
          <p:cNvPr id="45" name="instruction-9"/>
          <p:cNvSpPr/>
          <p:nvPr/>
        </p:nvSpPr>
        <p:spPr>
          <a:xfrm>
            <a:off x="8076895" y="4526280"/>
            <a:ext cx="3566160" cy="1371600"/>
          </a:xfrm>
          <a:prstGeom prst="roundRect">
            <a:avLst>
              <a:gd name="adj" fmla="val 8000"/>
            </a:avLst>
          </a:prstGeom>
          <a:solidFill>
            <a:schemeClr val="bg2"/>
          </a:solidFill>
          <a:ln/>
        </p:spPr>
      </p:sp>
      <p:sp>
        <p:nvSpPr>
          <p:cNvPr id="46" name="Shape 36"/>
          <p:cNvSpPr/>
          <p:nvPr/>
        </p:nvSpPr>
        <p:spPr>
          <a:xfrm>
            <a:off x="8214055" y="4690872"/>
            <a:ext cx="365760" cy="365760"/>
          </a:xfrm>
          <a:prstGeom prst="ellipse">
            <a:avLst/>
          </a:prstGeom>
          <a:solidFill>
            <a:schemeClr val="accent1"/>
          </a:solidFill>
          <a:ln w="19050">
            <a:solidFill>
              <a:srgbClr val="FFFFFF"/>
            </a:solidFill>
            <a:prstDash val="solid"/>
          </a:ln>
        </p:spPr>
      </p:sp>
      <p:sp>
        <p:nvSpPr>
          <p:cNvPr id="47" name="Text 37"/>
          <p:cNvSpPr txBox="1"/>
          <p:nvPr/>
        </p:nvSpPr>
        <p:spPr>
          <a:xfrm>
            <a:off x="8214055" y="4690872"/>
            <a:ext cx="365760" cy="365760"/>
          </a:xfrm>
          <a:prstGeom prst="rect">
            <a:avLst/>
          </a:prstGeom>
          <a:noFill/>
          <a:ln/>
        </p:spPr>
        <p:txBody>
          <a:bodyPr wrap="square" lIns="0" tIns="0" rIns="0" bIns="0" rtlCol="0" anchor="ctr"/>
          <a:lstStyle/>
          <a:p>
            <a:pPr algn="ctr" indent="0" marL="0">
              <a:buNone/>
            </a:pPr>
            <a:r>
              <a:rPr lang="en-US" altLang="en-US" sz="1300" b="1" dirty="0">
                <a:solidFill>
                  <a:schemeClr val="bg1"/>
                </a:solidFill>
                <a:latin typeface="Arial" pitchFamily="34" charset="0"/>
                <a:ea typeface="Arial" pitchFamily="34" charset="-122"/>
                <a:cs typeface="Arial" pitchFamily="34" charset="-120"/>
              </a:rPr>
              <a:t>9</a:t>
            </a:r>
            <a:endParaRPr lang="en-US" sz="1300" dirty="0"/>
          </a:p>
        </p:txBody>
      </p:sp>
      <p:pic>
        <p:nvPicPr>
          <p:cNvPr id="48" name="Image 8" descr="preencoded.png">    </p:cNvPr>
          <p:cNvPicPr>
            <a:picLocks noChangeAspect="1"/>
          </p:cNvPicPr>
          <p:nvPr/>
        </p:nvPicPr>
        <p:blipFill>
          <a:blip r:embed="rId9"/>
          <a:stretch>
            <a:fillRect/>
          </a:stretch>
        </p:blipFill>
        <p:spPr>
          <a:xfrm>
            <a:off x="11167567" y="4709160"/>
            <a:ext cx="292608" cy="292608"/>
          </a:xfrm>
          <a:prstGeom prst="rect">
            <a:avLst/>
          </a:prstGeom>
        </p:spPr>
      </p:pic>
      <p:sp>
        <p:nvSpPr>
          <p:cNvPr id="49" name="Text 38"/>
          <p:cNvSpPr txBox="1"/>
          <p:nvPr/>
        </p:nvSpPr>
        <p:spPr>
          <a:xfrm>
            <a:off x="8259775" y="5093208"/>
            <a:ext cx="3200400" cy="73152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Misconduct or impersonation is handled under school policy</a:t>
            </a:r>
            <a:endParaRPr lang="en-US" sz="1400" dirty="0"/>
          </a:p>
        </p:txBody>
      </p:sp>
      <p:sp>
        <p:nvSpPr>
          <p:cNvPr id="50" name="Text 39"/>
          <p:cNvSpPr txBox="1"/>
          <p:nvPr/>
        </p:nvSpPr>
        <p:spPr>
          <a:xfrm>
            <a:off x="551383" y="6053328"/>
            <a:ext cx="11091672" cy="292608"/>
          </a:xfrm>
          <a:prstGeom prst="rect">
            <a:avLst/>
          </a:prstGeom>
          <a:noFill/>
          <a:ln/>
        </p:spPr>
        <p:txBody>
          <a:bodyPr wrap="square" lIns="0" tIns="0" rIns="0" bIns="0" rtlCol="0" anchor="t"/>
          <a:lstStyle/>
          <a:p>
            <a:pPr algn="l" indent="0" marL="0">
              <a:buNone/>
            </a:pPr>
            <a:r>
              <a:rPr lang="en-US" altLang="en-US" sz="1100" i="1" dirty="0">
                <a:solidFill>
                  <a:schemeClr val="accent6"/>
                </a:solidFill>
                <a:latin typeface="Arial" pitchFamily="34" charset="0"/>
                <a:ea typeface="Arial" pitchFamily="34" charset="-122"/>
                <a:cs typeface="Arial" pitchFamily="34" charset="-120"/>
              </a:rPr>
              <a:t>The full instruction text is in this slide's speaker notes, ready to copy</a:t>
            </a:r>
            <a:endParaRPr lang="en-US" sz="1100" dirty="0"/>
          </a:p>
        </p:txBody>
      </p:sp>
      <p:sp>
        <p:nvSpPr>
          <p:cNvPr id="51" name="Slide Number Placeholder 0"/>
          <p:cNvSpPr>
            <a:spLocks noGrp="1"/>
          </p:cNvSpPr>
          <p:nvPr>
            <p:ph type="sldNum" sz="quarter" idx="4294967295"/>
          </p:nvPr>
        </p:nvSpPr>
        <p:spPr>
          <a:xfrm>
            <a:off x="11201400" y="6419088"/>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6B7A8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1307592" y="347472"/>
            <a:ext cx="10332720" cy="777240"/>
          </a:xfrm>
          <a:prstGeom prst="rect">
            <a:avLst/>
          </a:prstGeom>
          <a:noFill/>
          <a:ln/>
        </p:spPr>
        <p:txBody>
          <a:bodyPr wrap="square" lIns="0" tIns="0" rIns="0" bIns="0" rtlCol="0" anchor="ctr"/>
          <a:lstStyle/>
          <a:p>
            <a:pPr algn="l" indent="0" marL="0">
              <a:buNone/>
            </a:pPr>
            <a:r>
              <a:rPr lang="en-US" altLang="en-US" sz="3000" b="1" dirty="0">
                <a:solidFill>
                  <a:schemeClr val="tx2"/>
                </a:solidFill>
              </a:rPr>
              <a:t>Add questions and choose the right type</a:t>
            </a:r>
            <a:endParaRPr lang="en-US" sz="3000" dirty="0"/>
          </a:p>
        </p:txBody>
      </p:sp>
      <p:sp>
        <p:nvSpPr>
          <p:cNvPr id="3" name="title-badge"/>
          <p:cNvSpPr/>
          <p:nvPr/>
        </p:nvSpPr>
        <p:spPr>
          <a:xfrm>
            <a:off x="505663" y="411480"/>
            <a:ext cx="640080" cy="640080"/>
          </a:xfrm>
          <a:prstGeom prst="ellipse">
            <a:avLst/>
          </a:prstGeom>
          <a:solidFill>
            <a:schemeClr val="accent1"/>
          </a:solidFill>
          <a:ln/>
        </p:spPr>
      </p:sp>
      <p:sp>
        <p:nvSpPr>
          <p:cNvPr id="4" name="Text 2"/>
          <p:cNvSpPr txBox="1"/>
          <p:nvPr/>
        </p:nvSpPr>
        <p:spPr>
          <a:xfrm>
            <a:off x="505663" y="411480"/>
            <a:ext cx="640080" cy="640080"/>
          </a:xfrm>
          <a:prstGeom prst="rect">
            <a:avLst/>
          </a:prstGeom>
          <a:noFill/>
          <a:ln/>
        </p:spPr>
        <p:txBody>
          <a:bodyPr wrap="square" lIns="0" tIns="0" rIns="0" bIns="0" rtlCol="0" anchor="ctr"/>
          <a:lstStyle/>
          <a:p>
            <a:pPr algn="ctr" indent="0" marL="0">
              <a:buNone/>
            </a:pPr>
            <a:r>
              <a:rPr lang="en-US" altLang="en-US" sz="2400" b="1" dirty="0">
                <a:solidFill>
                  <a:schemeClr val="bg1"/>
                </a:solidFill>
                <a:latin typeface="Arial" pitchFamily="34" charset="0"/>
                <a:ea typeface="Arial" pitchFamily="34" charset="-122"/>
                <a:cs typeface="Arial" pitchFamily="34" charset="-120"/>
              </a:rPr>
              <a:t>4</a:t>
            </a:r>
            <a:endParaRPr lang="en-US" sz="2400" dirty="0"/>
          </a:p>
        </p:txBody>
      </p:sp>
      <p:sp>
        <p:nvSpPr>
          <p:cNvPr id="5" name="mock-window"/>
          <p:cNvSpPr/>
          <p:nvPr/>
        </p:nvSpPr>
        <p:spPr>
          <a:xfrm>
            <a:off x="7711135" y="1417320"/>
            <a:ext cx="3931920" cy="4617720"/>
          </a:xfrm>
          <a:prstGeom prst="roundRect">
            <a:avLst>
              <a:gd name="adj" fmla="val 2326"/>
            </a:avLst>
          </a:prstGeom>
          <a:solidFill>
            <a:srgbClr val="FFFFFF"/>
          </a:solidFill>
          <a:ln w="12700">
            <a:solidFill>
              <a:srgbClr val="D6DCE0"/>
            </a:solidFill>
            <a:prstDash val="solid"/>
          </a:ln>
          <a:effectLst>
            <a:outerShdw sx="100000" sy="100000" kx="0" ky="0" algn="bl" rotWithShape="0" blurRad="76200" dist="25400" dir="5400000">
              <a:srgbClr val="000000">
                <a:alpha val="14000"/>
              </a:srgbClr>
            </a:outerShdw>
          </a:effectLst>
        </p:spPr>
      </p:sp>
      <p:sp>
        <p:nvSpPr>
          <p:cNvPr id="6" name="Shape 4"/>
          <p:cNvSpPr/>
          <p:nvPr/>
        </p:nvSpPr>
        <p:spPr>
          <a:xfrm>
            <a:off x="7729423" y="1435608"/>
            <a:ext cx="3895344" cy="365760"/>
          </a:xfrm>
          <a:prstGeom prst="rect">
            <a:avLst/>
          </a:prstGeom>
          <a:solidFill>
            <a:srgbClr val="F3F2F1"/>
          </a:solidFill>
          <a:ln/>
        </p:spPr>
      </p:sp>
      <p:sp>
        <p:nvSpPr>
          <p:cNvPr id="7" name="Text 5"/>
          <p:cNvSpPr txBox="1"/>
          <p:nvPr/>
        </p:nvSpPr>
        <p:spPr>
          <a:xfrm>
            <a:off x="7848295" y="1435608"/>
            <a:ext cx="3657600" cy="365760"/>
          </a:xfrm>
          <a:prstGeom prst="rect">
            <a:avLst/>
          </a:prstGeom>
          <a:noFill/>
          <a:ln/>
        </p:spPr>
        <p:txBody>
          <a:bodyPr wrap="square" lIns="0" tIns="0" rIns="0" bIns="0" rtlCol="0" anchor="ctr"/>
          <a:lstStyle/>
          <a:p>
            <a:pPr algn="l" indent="0" marL="0">
              <a:buNone/>
            </a:pPr>
            <a:r>
              <a:rPr lang="en-US" altLang="en-US" sz="1200" b="1" dirty="0">
                <a:solidFill>
                  <a:srgbClr val="323130"/>
                </a:solidFill>
                <a:latin typeface="Arial" pitchFamily="34" charset="0"/>
                <a:ea typeface="Arial" pitchFamily="34" charset="-122"/>
                <a:cs typeface="Arial" pitchFamily="34" charset="-120"/>
              </a:rPr>
              <a:t>Microsoft Forms</a:t>
            </a:r>
            <a:endParaRPr lang="en-US" sz="1200" dirty="0"/>
          </a:p>
        </p:txBody>
      </p:sp>
      <p:sp>
        <p:nvSpPr>
          <p:cNvPr id="8" name="Shape 6"/>
          <p:cNvSpPr/>
          <p:nvPr/>
        </p:nvSpPr>
        <p:spPr>
          <a:xfrm>
            <a:off x="7939735" y="2011680"/>
            <a:ext cx="1463040" cy="411480"/>
          </a:xfrm>
          <a:prstGeom prst="roundRect">
            <a:avLst>
              <a:gd name="adj" fmla="val 13333"/>
            </a:avLst>
          </a:prstGeom>
          <a:solidFill>
            <a:srgbClr val="FFFFFF"/>
          </a:solidFill>
          <a:ln w="12700">
            <a:solidFill>
              <a:srgbClr val="8A8886"/>
            </a:solidFill>
            <a:prstDash val="solid"/>
          </a:ln>
        </p:spPr>
      </p:sp>
      <p:sp>
        <p:nvSpPr>
          <p:cNvPr id="9" name="Text 7"/>
          <p:cNvSpPr txBox="1"/>
          <p:nvPr/>
        </p:nvSpPr>
        <p:spPr>
          <a:xfrm>
            <a:off x="8031175" y="2011680"/>
            <a:ext cx="1371600" cy="411480"/>
          </a:xfrm>
          <a:prstGeom prst="rect">
            <a:avLst/>
          </a:prstGeom>
          <a:noFill/>
          <a:ln/>
        </p:spPr>
        <p:txBody>
          <a:bodyPr wrap="square" lIns="0" tIns="0" rIns="0" bIns="0" rtlCol="0" anchor="ctr"/>
          <a:lstStyle/>
          <a:p>
            <a:pPr algn="l" indent="0" marL="0">
              <a:buNone/>
            </a:pPr>
            <a:r>
              <a:rPr lang="en-US" altLang="en-US" sz="1300" b="1" dirty="0">
                <a:solidFill>
                  <a:srgbClr val="323130"/>
                </a:solidFill>
                <a:latin typeface="Arial" pitchFamily="34" charset="0"/>
                <a:ea typeface="Arial" pitchFamily="34" charset="-122"/>
                <a:cs typeface="Arial" pitchFamily="34" charset="-120"/>
              </a:rPr>
              <a:t>+  Add new</a:t>
            </a:r>
            <a:endParaRPr lang="en-US" sz="1300" dirty="0"/>
          </a:p>
        </p:txBody>
      </p:sp>
      <p:sp>
        <p:nvSpPr>
          <p:cNvPr id="10" name="highlight"/>
          <p:cNvSpPr/>
          <p:nvPr/>
        </p:nvSpPr>
        <p:spPr>
          <a:xfrm>
            <a:off x="7894015" y="1965960"/>
            <a:ext cx="1554480" cy="502920"/>
          </a:xfrm>
          <a:prstGeom prst="roundRect">
            <a:avLst>
              <a:gd name="adj" fmla="val 10909"/>
            </a:avLst>
          </a:prstGeom>
          <a:ln w="31750">
            <a:solidFill>
              <a:srgbClr val="F2A900"/>
            </a:solidFill>
            <a:prstDash val="solid"/>
          </a:ln>
        </p:spPr>
      </p:sp>
      <p:sp>
        <p:nvSpPr>
          <p:cNvPr id="11" name="Shape 9"/>
          <p:cNvSpPr/>
          <p:nvPr/>
        </p:nvSpPr>
        <p:spPr>
          <a:xfrm>
            <a:off x="7939735" y="2697480"/>
            <a:ext cx="3474720" cy="502920"/>
          </a:xfrm>
          <a:prstGeom prst="roundRect">
            <a:avLst>
              <a:gd name="adj" fmla="val 10909"/>
            </a:avLst>
          </a:prstGeom>
          <a:solidFill>
            <a:srgbClr val="E3F1F1"/>
          </a:solidFill>
          <a:ln w="12700">
            <a:solidFill>
              <a:srgbClr val="03787C"/>
            </a:solidFill>
            <a:prstDash val="solid"/>
          </a:ln>
        </p:spPr>
      </p:sp>
      <p:pic>
        <p:nvPicPr>
          <p:cNvPr id="12" name="Image 0" descr="preencoded.png">    </p:cNvPr>
          <p:cNvPicPr>
            <a:picLocks noChangeAspect="1"/>
          </p:cNvPicPr>
          <p:nvPr/>
        </p:nvPicPr>
        <p:blipFill>
          <a:blip r:embed="rId1"/>
          <a:stretch>
            <a:fillRect/>
          </a:stretch>
        </p:blipFill>
        <p:spPr>
          <a:xfrm>
            <a:off x="8076895" y="2825496"/>
            <a:ext cx="246888" cy="246888"/>
          </a:xfrm>
          <a:prstGeom prst="rect">
            <a:avLst/>
          </a:prstGeom>
        </p:spPr>
      </p:pic>
      <p:sp>
        <p:nvSpPr>
          <p:cNvPr id="13" name="Text 10"/>
          <p:cNvSpPr txBox="1"/>
          <p:nvPr/>
        </p:nvSpPr>
        <p:spPr>
          <a:xfrm>
            <a:off x="8460943" y="2697480"/>
            <a:ext cx="2834640" cy="502920"/>
          </a:xfrm>
          <a:prstGeom prst="rect">
            <a:avLst/>
          </a:prstGeom>
          <a:noFill/>
          <a:ln/>
        </p:spPr>
        <p:txBody>
          <a:bodyPr wrap="square" lIns="0" tIns="0" rIns="0" bIns="0" rtlCol="0" anchor="ctr"/>
          <a:lstStyle/>
          <a:p>
            <a:pPr algn="l" indent="0" marL="0">
              <a:buNone/>
            </a:pPr>
            <a:r>
              <a:rPr lang="en-US" altLang="en-US" sz="1300" b="1" dirty="0">
                <a:solidFill>
                  <a:srgbClr val="0B4F52"/>
                </a:solidFill>
                <a:latin typeface="Arial" pitchFamily="34" charset="0"/>
                <a:ea typeface="Arial" pitchFamily="34" charset="-122"/>
                <a:cs typeface="Arial" pitchFamily="34" charset="-120"/>
              </a:rPr>
              <a:t>Choice</a:t>
            </a:r>
            <a:endParaRPr lang="en-US" sz="1300" dirty="0"/>
          </a:p>
        </p:txBody>
      </p:sp>
      <p:sp>
        <p:nvSpPr>
          <p:cNvPr id="14" name="Shape 11"/>
          <p:cNvSpPr/>
          <p:nvPr/>
        </p:nvSpPr>
        <p:spPr>
          <a:xfrm>
            <a:off x="7939735" y="3319272"/>
            <a:ext cx="3474720" cy="502920"/>
          </a:xfrm>
          <a:prstGeom prst="roundRect">
            <a:avLst>
              <a:gd name="adj" fmla="val 10909"/>
            </a:avLst>
          </a:prstGeom>
          <a:solidFill>
            <a:srgbClr val="E3F1F1"/>
          </a:solidFill>
          <a:ln w="12700">
            <a:solidFill>
              <a:srgbClr val="03787C"/>
            </a:solidFill>
            <a:prstDash val="solid"/>
          </a:ln>
        </p:spPr>
      </p:sp>
      <p:pic>
        <p:nvPicPr>
          <p:cNvPr id="15" name="Image 1" descr="preencoded.png">    </p:cNvPr>
          <p:cNvPicPr>
            <a:picLocks noChangeAspect="1"/>
          </p:cNvPicPr>
          <p:nvPr/>
        </p:nvPicPr>
        <p:blipFill>
          <a:blip r:embed="rId2"/>
          <a:stretch>
            <a:fillRect/>
          </a:stretch>
        </p:blipFill>
        <p:spPr>
          <a:xfrm>
            <a:off x="8076895" y="3447288"/>
            <a:ext cx="246888" cy="246888"/>
          </a:xfrm>
          <a:prstGeom prst="rect">
            <a:avLst/>
          </a:prstGeom>
        </p:spPr>
      </p:pic>
      <p:sp>
        <p:nvSpPr>
          <p:cNvPr id="16" name="Text 12"/>
          <p:cNvSpPr txBox="1"/>
          <p:nvPr/>
        </p:nvSpPr>
        <p:spPr>
          <a:xfrm>
            <a:off x="8460943" y="3319272"/>
            <a:ext cx="2834640" cy="502920"/>
          </a:xfrm>
          <a:prstGeom prst="rect">
            <a:avLst/>
          </a:prstGeom>
          <a:noFill/>
          <a:ln/>
        </p:spPr>
        <p:txBody>
          <a:bodyPr wrap="square" lIns="0" tIns="0" rIns="0" bIns="0" rtlCol="0" anchor="ctr"/>
          <a:lstStyle/>
          <a:p>
            <a:pPr algn="l" indent="0" marL="0">
              <a:buNone/>
            </a:pPr>
            <a:r>
              <a:rPr lang="en-US" altLang="en-US" sz="1300" b="1" dirty="0">
                <a:solidFill>
                  <a:srgbClr val="0B4F52"/>
                </a:solidFill>
                <a:latin typeface="Arial" pitchFamily="34" charset="0"/>
                <a:ea typeface="Arial" pitchFamily="34" charset="-122"/>
                <a:cs typeface="Arial" pitchFamily="34" charset="-120"/>
              </a:rPr>
              <a:t>Text</a:t>
            </a:r>
            <a:endParaRPr lang="en-US" sz="1300" dirty="0"/>
          </a:p>
        </p:txBody>
      </p:sp>
      <p:sp>
        <p:nvSpPr>
          <p:cNvPr id="17" name="Shape 13"/>
          <p:cNvSpPr/>
          <p:nvPr/>
        </p:nvSpPr>
        <p:spPr>
          <a:xfrm>
            <a:off x="7939735" y="3941064"/>
            <a:ext cx="3474720" cy="502920"/>
          </a:xfrm>
          <a:prstGeom prst="roundRect">
            <a:avLst>
              <a:gd name="adj" fmla="val 10909"/>
            </a:avLst>
          </a:prstGeom>
          <a:solidFill>
            <a:srgbClr val="F8F8F8"/>
          </a:solidFill>
          <a:ln w="12700">
            <a:solidFill>
              <a:srgbClr val="E1E1E1"/>
            </a:solidFill>
            <a:prstDash val="solid"/>
          </a:ln>
        </p:spPr>
      </p:sp>
      <p:pic>
        <p:nvPicPr>
          <p:cNvPr id="18" name="Image 2" descr="preencoded.png">    </p:cNvPr>
          <p:cNvPicPr>
            <a:picLocks noChangeAspect="1"/>
          </p:cNvPicPr>
          <p:nvPr/>
        </p:nvPicPr>
        <p:blipFill>
          <a:blip r:embed="rId3"/>
          <a:stretch>
            <a:fillRect/>
          </a:stretch>
        </p:blipFill>
        <p:spPr>
          <a:xfrm>
            <a:off x="8076895" y="4069080"/>
            <a:ext cx="246888" cy="246888"/>
          </a:xfrm>
          <a:prstGeom prst="rect">
            <a:avLst/>
          </a:prstGeom>
        </p:spPr>
      </p:pic>
      <p:sp>
        <p:nvSpPr>
          <p:cNvPr id="19" name="Text 14"/>
          <p:cNvSpPr txBox="1"/>
          <p:nvPr/>
        </p:nvSpPr>
        <p:spPr>
          <a:xfrm>
            <a:off x="8460943" y="3941064"/>
            <a:ext cx="2834640" cy="502920"/>
          </a:xfrm>
          <a:prstGeom prst="rect">
            <a:avLst/>
          </a:prstGeom>
          <a:noFill/>
          <a:ln/>
        </p:spPr>
        <p:txBody>
          <a:bodyPr wrap="square" lIns="0" tIns="0" rIns="0" bIns="0" rtlCol="0" anchor="ctr"/>
          <a:lstStyle/>
          <a:p>
            <a:pPr algn="l" indent="0" marL="0">
              <a:buNone/>
            </a:pPr>
            <a:r>
              <a:rPr lang="en-US" altLang="en-US" sz="1300" dirty="0">
                <a:solidFill>
                  <a:srgbClr val="605E5C"/>
                </a:solidFill>
                <a:latin typeface="Arial" pitchFamily="34" charset="0"/>
                <a:ea typeface="Arial" pitchFamily="34" charset="-122"/>
                <a:cs typeface="Arial" pitchFamily="34" charset="-120"/>
              </a:rPr>
              <a:t>Rating</a:t>
            </a:r>
            <a:endParaRPr lang="en-US" sz="1300" dirty="0"/>
          </a:p>
        </p:txBody>
      </p:sp>
      <p:sp>
        <p:nvSpPr>
          <p:cNvPr id="20" name="Shape 15"/>
          <p:cNvSpPr/>
          <p:nvPr/>
        </p:nvSpPr>
        <p:spPr>
          <a:xfrm>
            <a:off x="7939735" y="4562856"/>
            <a:ext cx="3474720" cy="502920"/>
          </a:xfrm>
          <a:prstGeom prst="roundRect">
            <a:avLst>
              <a:gd name="adj" fmla="val 10909"/>
            </a:avLst>
          </a:prstGeom>
          <a:solidFill>
            <a:srgbClr val="F8F8F8"/>
          </a:solidFill>
          <a:ln w="12700">
            <a:solidFill>
              <a:srgbClr val="E1E1E1"/>
            </a:solidFill>
            <a:prstDash val="solid"/>
          </a:ln>
        </p:spPr>
      </p:sp>
      <p:pic>
        <p:nvPicPr>
          <p:cNvPr id="21" name="Image 3" descr="preencoded.png">    </p:cNvPr>
          <p:cNvPicPr>
            <a:picLocks noChangeAspect="1"/>
          </p:cNvPicPr>
          <p:nvPr/>
        </p:nvPicPr>
        <p:blipFill>
          <a:blip r:embed="rId4"/>
          <a:stretch>
            <a:fillRect/>
          </a:stretch>
        </p:blipFill>
        <p:spPr>
          <a:xfrm>
            <a:off x="8076895" y="4690872"/>
            <a:ext cx="246888" cy="246888"/>
          </a:xfrm>
          <a:prstGeom prst="rect">
            <a:avLst/>
          </a:prstGeom>
        </p:spPr>
      </p:pic>
      <p:sp>
        <p:nvSpPr>
          <p:cNvPr id="22" name="Text 16"/>
          <p:cNvSpPr txBox="1"/>
          <p:nvPr/>
        </p:nvSpPr>
        <p:spPr>
          <a:xfrm>
            <a:off x="8460943" y="4562856"/>
            <a:ext cx="2834640" cy="502920"/>
          </a:xfrm>
          <a:prstGeom prst="rect">
            <a:avLst/>
          </a:prstGeom>
          <a:noFill/>
          <a:ln/>
        </p:spPr>
        <p:txBody>
          <a:bodyPr wrap="square" lIns="0" tIns="0" rIns="0" bIns="0" rtlCol="0" anchor="ctr"/>
          <a:lstStyle/>
          <a:p>
            <a:pPr algn="l" indent="0" marL="0">
              <a:buNone/>
            </a:pPr>
            <a:r>
              <a:rPr lang="en-US" altLang="en-US" sz="1300" dirty="0">
                <a:solidFill>
                  <a:srgbClr val="605E5C"/>
                </a:solidFill>
                <a:latin typeface="Arial" pitchFamily="34" charset="0"/>
                <a:ea typeface="Arial" pitchFamily="34" charset="-122"/>
                <a:cs typeface="Arial" pitchFamily="34" charset="-120"/>
              </a:rPr>
              <a:t>Date</a:t>
            </a:r>
            <a:endParaRPr lang="en-US" sz="1300" dirty="0"/>
          </a:p>
        </p:txBody>
      </p:sp>
      <p:sp>
        <p:nvSpPr>
          <p:cNvPr id="23" name="Shape 17"/>
          <p:cNvSpPr/>
          <p:nvPr/>
        </p:nvSpPr>
        <p:spPr>
          <a:xfrm>
            <a:off x="7939735" y="5184648"/>
            <a:ext cx="3474720" cy="502920"/>
          </a:xfrm>
          <a:prstGeom prst="roundRect">
            <a:avLst>
              <a:gd name="adj" fmla="val 10909"/>
            </a:avLst>
          </a:prstGeom>
          <a:solidFill>
            <a:srgbClr val="F8F8F8"/>
          </a:solidFill>
          <a:ln w="12700">
            <a:solidFill>
              <a:srgbClr val="E1E1E1"/>
            </a:solidFill>
            <a:prstDash val="solid"/>
          </a:ln>
        </p:spPr>
      </p:sp>
      <p:pic>
        <p:nvPicPr>
          <p:cNvPr id="24" name="Image 4" descr="preencoded.png">    </p:cNvPr>
          <p:cNvPicPr>
            <a:picLocks noChangeAspect="1"/>
          </p:cNvPicPr>
          <p:nvPr/>
        </p:nvPicPr>
        <p:blipFill>
          <a:blip r:embed="rId5"/>
          <a:stretch>
            <a:fillRect/>
          </a:stretch>
        </p:blipFill>
        <p:spPr>
          <a:xfrm>
            <a:off x="8076895" y="5312664"/>
            <a:ext cx="246888" cy="246888"/>
          </a:xfrm>
          <a:prstGeom prst="rect">
            <a:avLst/>
          </a:prstGeom>
        </p:spPr>
      </p:pic>
      <p:sp>
        <p:nvSpPr>
          <p:cNvPr id="25" name="Text 18"/>
          <p:cNvSpPr txBox="1"/>
          <p:nvPr/>
        </p:nvSpPr>
        <p:spPr>
          <a:xfrm>
            <a:off x="8460943" y="5184648"/>
            <a:ext cx="2834640" cy="502920"/>
          </a:xfrm>
          <a:prstGeom prst="rect">
            <a:avLst/>
          </a:prstGeom>
          <a:noFill/>
          <a:ln/>
        </p:spPr>
        <p:txBody>
          <a:bodyPr wrap="square" lIns="0" tIns="0" rIns="0" bIns="0" rtlCol="0" anchor="ctr"/>
          <a:lstStyle/>
          <a:p>
            <a:pPr algn="l" indent="0" marL="0">
              <a:buNone/>
            </a:pPr>
            <a:r>
              <a:rPr lang="en-US" altLang="en-US" sz="1300" dirty="0">
                <a:solidFill>
                  <a:srgbClr val="605E5C"/>
                </a:solidFill>
                <a:latin typeface="Arial" pitchFamily="34" charset="0"/>
                <a:ea typeface="Arial" pitchFamily="34" charset="-122"/>
                <a:cs typeface="Arial" pitchFamily="34" charset="-120"/>
              </a:rPr>
              <a:t>More (Ranking, Likert, Upload…)</a:t>
            </a:r>
            <a:endParaRPr lang="en-US" sz="13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51383" y="1417320"/>
          <a:ext cx="6885432" cy="914400"/>
        </p:xfrm>
        <a:graphic>
          <a:graphicData uri="http://schemas.openxmlformats.org/drawingml/2006/table">
            <a:tbl>
              <a:tblPr/>
              <a:tblGrid>
                <a:gridCol w="1645920"/>
                <a:gridCol w="1737360"/>
                <a:gridCol w="3502152"/>
              </a:tblGrid>
              <a:tr h="749808">
                <a:tc>
                  <a:txBody>
                    <a:bodyPr/>
                    <a:lstStyle/>
                    <a:p>
                      <a:pPr algn="l" indent="0" marL="0">
                        <a:buNone/>
                      </a:pPr>
                      <a:r>
                        <a:rPr lang="en-US" altLang="en-US" sz="1400" b="1" dirty="0">
                          <a:solidFill>
                            <a:srgbClr val="FFFFFF"/>
                          </a:solidFill>
                          <a:latin typeface="Arial" pitchFamily="34" charset="0"/>
                          <a:ea typeface="Arial" pitchFamily="34" charset="-122"/>
                          <a:cs typeface="Arial" pitchFamily="34" charset="-120"/>
                        </a:rPr>
                        <a:t>Question type</a:t>
                      </a:r>
                      <a:endParaRPr lang="en-US" sz="1400" dirty="0">
                        <a:latin typeface="Arial" charset="0"/>
                        <a:ea typeface="Arial" charset="0"/>
                        <a:cs typeface="Arial" charset="0"/>
                      </a:endParaRPr>
                    </a:p>
                  </a:txBody>
                  <a:tcPr marL="91440" marR="91440" marT="45720" marB="45720"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0B4F52"/>
                    </a:solidFill>
                  </a:tcPr>
                </a:tc>
                <a:tc>
                  <a:txBody>
                    <a:bodyPr/>
                    <a:lstStyle/>
                    <a:p>
                      <a:pPr algn="l" indent="0" marL="0">
                        <a:buNone/>
                      </a:pPr>
                      <a:r>
                        <a:rPr lang="en-US" altLang="en-US" sz="1400" b="1" dirty="0">
                          <a:solidFill>
                            <a:srgbClr val="FFFFFF"/>
                          </a:solidFill>
                          <a:latin typeface="Arial" pitchFamily="34" charset="0"/>
                          <a:ea typeface="Arial" pitchFamily="34" charset="-122"/>
                          <a:cs typeface="Arial" pitchFamily="34" charset="-120"/>
                        </a:rPr>
                        <a:t>In Forms</a:t>
                      </a:r>
                      <a:endParaRPr lang="en-US" sz="1400" dirty="0">
                        <a:latin typeface="Arial" charset="0"/>
                        <a:ea typeface="Arial" charset="0"/>
                        <a:cs typeface="Arial" charset="0"/>
                      </a:endParaRPr>
                    </a:p>
                  </a:txBody>
                  <a:tcPr marL="91440" marR="91440" marT="45720" marB="45720"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0B4F52"/>
                    </a:solidFill>
                  </a:tcPr>
                </a:tc>
                <a:tc>
                  <a:txBody>
                    <a:bodyPr/>
                    <a:lstStyle/>
                    <a:p>
                      <a:pPr algn="l" indent="0" marL="0">
                        <a:buNone/>
                      </a:pPr>
                      <a:r>
                        <a:rPr lang="en-US" altLang="en-US" sz="1400" b="1" dirty="0">
                          <a:solidFill>
                            <a:srgbClr val="FFFFFF"/>
                          </a:solidFill>
                          <a:latin typeface="Arial" pitchFamily="34" charset="0"/>
                          <a:ea typeface="Arial" pitchFamily="34" charset="-122"/>
                          <a:cs typeface="Arial" pitchFamily="34" charset="-120"/>
                        </a:rPr>
                        <a:t>Preparation expectation</a:t>
                      </a:r>
                      <a:endParaRPr lang="en-US" sz="1400" dirty="0">
                        <a:latin typeface="Arial" charset="0"/>
                        <a:ea typeface="Arial" charset="0"/>
                        <a:cs typeface="Arial" charset="0"/>
                      </a:endParaRPr>
                    </a:p>
                  </a:txBody>
                  <a:tcPr marL="91440" marR="91440" marT="45720" marB="45720"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0B4F52"/>
                    </a:solidFill>
                  </a:tcPr>
                </a:tc>
              </a:tr>
              <a:tr h="749808">
                <a:tc>
                  <a:txBody>
                    <a:bodyPr/>
                    <a:lstStyle/>
                    <a:p>
                      <a:pPr algn="l" indent="0" marL="0">
                        <a:buNone/>
                      </a:pPr>
                      <a:r>
                        <a:rPr lang="en-US" altLang="en-US" sz="1300" b="1" dirty="0">
                          <a:solidFill>
                            <a:srgbClr val="1B2A33"/>
                          </a:solidFill>
                          <a:latin typeface="Arial" pitchFamily="34" charset="0"/>
                          <a:ea typeface="Arial" pitchFamily="34" charset="-122"/>
                          <a:cs typeface="Arial" pitchFamily="34" charset="-120"/>
                        </a:rPr>
                        <a:t>Multiple choice</a:t>
                      </a:r>
                      <a:endParaRPr lang="en-US" sz="1300" dirty="0">
                        <a:latin typeface="Arial" charset="0"/>
                        <a:ea typeface="Arial" charset="0"/>
                        <a:cs typeface="Arial" charset="0"/>
                      </a:endParaRPr>
                    </a:p>
                  </a:txBody>
                  <a:tcPr marL="91440" marR="91440" marT="45720" marB="45720"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1B2A33"/>
                          </a:solidFill>
                          <a:latin typeface="Arial" pitchFamily="34" charset="0"/>
                          <a:ea typeface="Arial" pitchFamily="34" charset="-122"/>
                          <a:cs typeface="Arial" pitchFamily="34" charset="-120"/>
                        </a:rPr>
                        <a:t>Choice</a:t>
                      </a:r>
                      <a:endParaRPr lang="en-US" sz="1300" dirty="0">
                        <a:latin typeface="Arial" charset="0"/>
                        <a:ea typeface="Arial" charset="0"/>
                        <a:cs typeface="Arial" charset="0"/>
                      </a:endParaRPr>
                    </a:p>
                  </a:txBody>
                  <a:tcPr marL="91440" marR="91440" marT="45720" marB="45720"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1B2A33"/>
                          </a:solidFill>
                          <a:latin typeface="Arial" pitchFamily="34" charset="0"/>
                          <a:ea typeface="Arial" pitchFamily="34" charset="-122"/>
                          <a:cs typeface="Arial" pitchFamily="34" charset="-120"/>
                        </a:rPr>
                        <a:t>One clearly correct answer unless multiple answers are explicitly required</a:t>
                      </a:r>
                      <a:endParaRPr lang="en-US" sz="1300" dirty="0">
                        <a:latin typeface="Arial" charset="0"/>
                        <a:ea typeface="Arial" charset="0"/>
                        <a:cs typeface="Arial" charset="0"/>
                      </a:endParaRPr>
                    </a:p>
                  </a:txBody>
                  <a:tcPr marL="91440" marR="91440" marT="45720" marB="45720"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r>
              <a:tr h="749808">
                <a:tc>
                  <a:txBody>
                    <a:bodyPr/>
                    <a:lstStyle/>
                    <a:p>
                      <a:pPr algn="l" indent="0" marL="0">
                        <a:buNone/>
                      </a:pPr>
                      <a:r>
                        <a:rPr lang="en-US" altLang="en-US" sz="1300" b="1" dirty="0">
                          <a:solidFill>
                            <a:srgbClr val="1B2A33"/>
                          </a:solidFill>
                          <a:latin typeface="Arial" pitchFamily="34" charset="0"/>
                          <a:ea typeface="Arial" pitchFamily="34" charset="-122"/>
                          <a:cs typeface="Arial" pitchFamily="34" charset="-120"/>
                        </a:rPr>
                        <a:t>True / False</a:t>
                      </a:r>
                      <a:endParaRPr lang="en-US" sz="1300" dirty="0">
                        <a:latin typeface="Arial" charset="0"/>
                        <a:ea typeface="Arial" charset="0"/>
                        <a:cs typeface="Arial" charset="0"/>
                      </a:endParaRPr>
                    </a:p>
                  </a:txBody>
                  <a:tcPr marL="91440" marR="91440" marT="45720" marB="45720"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c>
                  <a:txBody>
                    <a:bodyPr/>
                    <a:lstStyle/>
                    <a:p>
                      <a:pPr algn="l" indent="0" marL="0">
                        <a:buNone/>
                      </a:pPr>
                      <a:r>
                        <a:rPr lang="en-US" altLang="en-US" sz="1300" dirty="0">
                          <a:solidFill>
                            <a:srgbClr val="1B2A33"/>
                          </a:solidFill>
                          <a:latin typeface="Arial" pitchFamily="34" charset="0"/>
                          <a:ea typeface="Arial" pitchFamily="34" charset="-122"/>
                          <a:cs typeface="Arial" pitchFamily="34" charset="-120"/>
                        </a:rPr>
                        <a:t>Choice (2 options)</a:t>
                      </a:r>
                      <a:endParaRPr lang="en-US" sz="1300" dirty="0">
                        <a:latin typeface="Arial" charset="0"/>
                        <a:ea typeface="Arial" charset="0"/>
                        <a:cs typeface="Arial" charset="0"/>
                      </a:endParaRPr>
                    </a:p>
                  </a:txBody>
                  <a:tcPr marL="91440" marR="91440" marT="45720" marB="45720"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c>
                  <a:txBody>
                    <a:bodyPr/>
                    <a:lstStyle/>
                    <a:p>
                      <a:pPr algn="l" indent="0" marL="0">
                        <a:buNone/>
                      </a:pPr>
                      <a:r>
                        <a:rPr lang="en-US" altLang="en-US" sz="1300" dirty="0">
                          <a:solidFill>
                            <a:srgbClr val="1B2A33"/>
                          </a:solidFill>
                          <a:latin typeface="Arial" pitchFamily="34" charset="0"/>
                          <a:ea typeface="Arial" pitchFamily="34" charset="-122"/>
                          <a:cs typeface="Arial" pitchFamily="34" charset="-120"/>
                        </a:rPr>
                        <a:t>Precise statements that test understanding, not guesswork</a:t>
                      </a:r>
                      <a:endParaRPr lang="en-US" sz="1300" dirty="0">
                        <a:latin typeface="Arial" charset="0"/>
                        <a:ea typeface="Arial" charset="0"/>
                        <a:cs typeface="Arial" charset="0"/>
                      </a:endParaRPr>
                    </a:p>
                  </a:txBody>
                  <a:tcPr marL="91440" marR="91440" marT="45720" marB="45720"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r>
              <a:tr h="749808">
                <a:tc>
                  <a:txBody>
                    <a:bodyPr/>
                    <a:lstStyle/>
                    <a:p>
                      <a:pPr algn="l" indent="0" marL="0">
                        <a:buNone/>
                      </a:pPr>
                      <a:r>
                        <a:rPr lang="en-US" altLang="en-US" sz="1300" b="1" dirty="0">
                          <a:solidFill>
                            <a:srgbClr val="1B2A33"/>
                          </a:solidFill>
                          <a:latin typeface="Arial" pitchFamily="34" charset="0"/>
                          <a:ea typeface="Arial" pitchFamily="34" charset="-122"/>
                          <a:cs typeface="Arial" pitchFamily="34" charset="-120"/>
                        </a:rPr>
                        <a:t>Short answer</a:t>
                      </a:r>
                      <a:endParaRPr lang="en-US" sz="1300" dirty="0">
                        <a:latin typeface="Arial" charset="0"/>
                        <a:ea typeface="Arial" charset="0"/>
                        <a:cs typeface="Arial" charset="0"/>
                      </a:endParaRPr>
                    </a:p>
                  </a:txBody>
                  <a:tcPr marL="91440" marR="91440" marT="45720" marB="45720"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1B2A33"/>
                          </a:solidFill>
                          <a:latin typeface="Arial" pitchFamily="34" charset="0"/>
                          <a:ea typeface="Arial" pitchFamily="34" charset="-122"/>
                          <a:cs typeface="Arial" pitchFamily="34" charset="-120"/>
                        </a:rPr>
                        <a:t>Text</a:t>
                      </a:r>
                      <a:endParaRPr lang="en-US" sz="1300" dirty="0">
                        <a:latin typeface="Arial" charset="0"/>
                        <a:ea typeface="Arial" charset="0"/>
                        <a:cs typeface="Arial" charset="0"/>
                      </a:endParaRPr>
                    </a:p>
                  </a:txBody>
                  <a:tcPr marL="91440" marR="91440" marT="45720" marB="45720"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1B2A33"/>
                          </a:solidFill>
                          <a:latin typeface="Arial" pitchFamily="34" charset="0"/>
                          <a:ea typeface="Arial" pitchFamily="34" charset="-122"/>
                          <a:cs typeface="Arial" pitchFamily="34" charset="-120"/>
                        </a:rPr>
                        <a:t>Specify the format, acceptable responses and marking criteria</a:t>
                      </a:r>
                      <a:endParaRPr lang="en-US" sz="1300" dirty="0">
                        <a:latin typeface="Arial" charset="0"/>
                        <a:ea typeface="Arial" charset="0"/>
                        <a:cs typeface="Arial" charset="0"/>
                      </a:endParaRPr>
                    </a:p>
                  </a:txBody>
                  <a:tcPr marL="91440" marR="91440" marT="45720" marB="45720"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r>
              <a:tr h="749808">
                <a:tc>
                  <a:txBody>
                    <a:bodyPr/>
                    <a:lstStyle/>
                    <a:p>
                      <a:pPr algn="l" indent="0" marL="0">
                        <a:buNone/>
                      </a:pPr>
                      <a:r>
                        <a:rPr lang="en-US" altLang="en-US" sz="1300" b="1" dirty="0">
                          <a:solidFill>
                            <a:srgbClr val="1B2A33"/>
                          </a:solidFill>
                          <a:latin typeface="Arial" pitchFamily="34" charset="0"/>
                          <a:ea typeface="Arial" pitchFamily="34" charset="-122"/>
                          <a:cs typeface="Arial" pitchFamily="34" charset="-120"/>
                        </a:rPr>
                        <a:t>Extended response</a:t>
                      </a:r>
                      <a:endParaRPr lang="en-US" sz="1300" dirty="0">
                        <a:latin typeface="Arial" charset="0"/>
                        <a:ea typeface="Arial" charset="0"/>
                        <a:cs typeface="Arial" charset="0"/>
                      </a:endParaRPr>
                    </a:p>
                  </a:txBody>
                  <a:tcPr marL="91440" marR="91440" marT="45720" marB="45720"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c>
                  <a:txBody>
                    <a:bodyPr/>
                    <a:lstStyle/>
                    <a:p>
                      <a:pPr algn="l" indent="0" marL="0">
                        <a:buNone/>
                      </a:pPr>
                      <a:r>
                        <a:rPr lang="en-US" altLang="en-US" sz="1300" dirty="0">
                          <a:solidFill>
                            <a:srgbClr val="1B2A33"/>
                          </a:solidFill>
                          <a:latin typeface="Arial" pitchFamily="34" charset="0"/>
                          <a:ea typeface="Arial" pitchFamily="34" charset="-122"/>
                          <a:cs typeface="Arial" pitchFamily="34" charset="-120"/>
                        </a:rPr>
                        <a:t>Text + Long answer</a:t>
                      </a:r>
                      <a:endParaRPr lang="en-US" sz="1300" dirty="0">
                        <a:latin typeface="Arial" charset="0"/>
                        <a:ea typeface="Arial" charset="0"/>
                        <a:cs typeface="Arial" charset="0"/>
                      </a:endParaRPr>
                    </a:p>
                  </a:txBody>
                  <a:tcPr marL="91440" marR="91440" marT="45720" marB="45720"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c>
                  <a:txBody>
                    <a:bodyPr/>
                    <a:lstStyle/>
                    <a:p>
                      <a:pPr algn="l" indent="0" marL="0">
                        <a:buNone/>
                      </a:pPr>
                      <a:r>
                        <a:rPr lang="en-US" altLang="en-US" sz="1300" dirty="0">
                          <a:solidFill>
                            <a:srgbClr val="1B2A33"/>
                          </a:solidFill>
                          <a:latin typeface="Arial" pitchFamily="34" charset="0"/>
                          <a:ea typeface="Arial" pitchFamily="34" charset="-122"/>
                          <a:cs typeface="Arial" pitchFamily="34" charset="-120"/>
                        </a:rPr>
                        <a:t>Prepare a model answer or marking rubric</a:t>
                      </a:r>
                      <a:endParaRPr lang="en-US" sz="1300" dirty="0">
                        <a:latin typeface="Arial" charset="0"/>
                        <a:ea typeface="Arial" charset="0"/>
                        <a:cs typeface="Arial" charset="0"/>
                      </a:endParaRPr>
                    </a:p>
                  </a:txBody>
                  <a:tcPr marL="91440" marR="91440" marT="45720" marB="45720"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r>
              <a:tr h="749808">
                <a:tc>
                  <a:txBody>
                    <a:bodyPr/>
                    <a:lstStyle/>
                    <a:p>
                      <a:pPr algn="l" indent="0" marL="0">
                        <a:buNone/>
                      </a:pPr>
                      <a:r>
                        <a:rPr lang="en-US" altLang="en-US" sz="1300" b="1" dirty="0">
                          <a:solidFill>
                            <a:srgbClr val="1B2A33"/>
                          </a:solidFill>
                          <a:latin typeface="Arial" pitchFamily="34" charset="0"/>
                          <a:ea typeface="Arial" pitchFamily="34" charset="-122"/>
                          <a:cs typeface="Arial" pitchFamily="34" charset="-120"/>
                        </a:rPr>
                        <a:t>Numerical / image</a:t>
                      </a:r>
                      <a:endParaRPr lang="en-US" sz="1300" dirty="0">
                        <a:latin typeface="Arial" charset="0"/>
                        <a:ea typeface="Arial" charset="0"/>
                        <a:cs typeface="Arial" charset="0"/>
                      </a:endParaRPr>
                    </a:p>
                  </a:txBody>
                  <a:tcPr marL="91440" marR="91440" marT="45720" marB="45720"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1B2A33"/>
                          </a:solidFill>
                          <a:latin typeface="Arial" pitchFamily="34" charset="0"/>
                          <a:ea typeface="Arial" pitchFamily="34" charset="-122"/>
                          <a:cs typeface="Arial" pitchFamily="34" charset="-120"/>
                        </a:rPr>
                        <a:t>Choice / Text + image</a:t>
                      </a:r>
                      <a:endParaRPr lang="en-US" sz="1300" dirty="0">
                        <a:latin typeface="Arial" charset="0"/>
                        <a:ea typeface="Arial" charset="0"/>
                        <a:cs typeface="Arial" charset="0"/>
                      </a:endParaRPr>
                    </a:p>
                  </a:txBody>
                  <a:tcPr marL="91440" marR="91440" marT="45720" marB="45720"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1B2A33"/>
                          </a:solidFill>
                          <a:latin typeface="Arial" pitchFamily="34" charset="0"/>
                          <a:ea typeface="Arial" pitchFamily="34" charset="-122"/>
                          <a:cs typeface="Arial" pitchFamily="34" charset="-120"/>
                        </a:rPr>
                        <a:t>All values, units, readable diagrams and labels</a:t>
                      </a:r>
                      <a:endParaRPr lang="en-US" sz="1300" dirty="0">
                        <a:latin typeface="Arial" charset="0"/>
                        <a:ea typeface="Arial" charset="0"/>
                        <a:cs typeface="Arial" charset="0"/>
                      </a:endParaRPr>
                    </a:p>
                  </a:txBody>
                  <a:tcPr marL="91440" marR="91440" marT="45720" marB="45720"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r>
            </a:tbl>
          </a:graphicData>
        </a:graphic>
      </p:graphicFrame>
      <p:sp>
        <p:nvSpPr>
          <p:cNvPr id="27" name="Slide Number Placeholder 0"/>
          <p:cNvSpPr>
            <a:spLocks noGrp="1"/>
          </p:cNvSpPr>
          <p:nvPr>
            <p:ph type="sldNum" sz="quarter" idx="4294967295"/>
          </p:nvPr>
        </p:nvSpPr>
        <p:spPr>
          <a:xfrm>
            <a:off x="11201400" y="6419088"/>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6B7A8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1307592" y="347472"/>
            <a:ext cx="10332720" cy="777240"/>
          </a:xfrm>
          <a:prstGeom prst="rect">
            <a:avLst/>
          </a:prstGeom>
          <a:noFill/>
          <a:ln/>
        </p:spPr>
        <p:txBody>
          <a:bodyPr wrap="square" lIns="0" tIns="0" rIns="0" bIns="0" rtlCol="0" anchor="ctr"/>
          <a:lstStyle/>
          <a:p>
            <a:pPr algn="l" indent="0" marL="0">
              <a:buNone/>
            </a:pPr>
            <a:r>
              <a:rPr lang="en-US" altLang="en-US" sz="3000" b="1" dirty="0">
                <a:solidFill>
                  <a:schemeClr val="tx2"/>
                </a:solidFill>
              </a:rPr>
              <a:t>Correct answer, points and question options</a:t>
            </a:r>
            <a:endParaRPr lang="en-US" sz="3000" dirty="0"/>
          </a:p>
        </p:txBody>
      </p:sp>
      <p:sp>
        <p:nvSpPr>
          <p:cNvPr id="3" name="title-badge"/>
          <p:cNvSpPr/>
          <p:nvPr/>
        </p:nvSpPr>
        <p:spPr>
          <a:xfrm>
            <a:off x="505663" y="411480"/>
            <a:ext cx="640080" cy="640080"/>
          </a:xfrm>
          <a:prstGeom prst="ellipse">
            <a:avLst/>
          </a:prstGeom>
          <a:solidFill>
            <a:schemeClr val="accent1"/>
          </a:solidFill>
          <a:ln/>
        </p:spPr>
      </p:sp>
      <p:sp>
        <p:nvSpPr>
          <p:cNvPr id="4" name="Text 2"/>
          <p:cNvSpPr txBox="1"/>
          <p:nvPr/>
        </p:nvSpPr>
        <p:spPr>
          <a:xfrm>
            <a:off x="505663" y="411480"/>
            <a:ext cx="640080" cy="640080"/>
          </a:xfrm>
          <a:prstGeom prst="rect">
            <a:avLst/>
          </a:prstGeom>
          <a:noFill/>
          <a:ln/>
        </p:spPr>
        <p:txBody>
          <a:bodyPr wrap="square" lIns="0" tIns="0" rIns="0" bIns="0" rtlCol="0" anchor="ctr"/>
          <a:lstStyle/>
          <a:p>
            <a:pPr algn="ctr" indent="0" marL="0">
              <a:buNone/>
            </a:pPr>
            <a:r>
              <a:rPr lang="en-US" altLang="en-US" sz="2400" b="1" dirty="0">
                <a:solidFill>
                  <a:schemeClr val="bg1"/>
                </a:solidFill>
                <a:latin typeface="Arial" pitchFamily="34" charset="0"/>
                <a:ea typeface="Arial" pitchFamily="34" charset="-122"/>
                <a:cs typeface="Arial" pitchFamily="34" charset="-120"/>
              </a:rPr>
              <a:t>4</a:t>
            </a:r>
            <a:endParaRPr lang="en-US" sz="2400" dirty="0"/>
          </a:p>
        </p:txBody>
      </p:sp>
      <p:sp>
        <p:nvSpPr>
          <p:cNvPr id="5" name="mock-window"/>
          <p:cNvSpPr/>
          <p:nvPr/>
        </p:nvSpPr>
        <p:spPr>
          <a:xfrm>
            <a:off x="5242255" y="1417320"/>
            <a:ext cx="6400800" cy="4617720"/>
          </a:xfrm>
          <a:prstGeom prst="roundRect">
            <a:avLst>
              <a:gd name="adj" fmla="val 1980"/>
            </a:avLst>
          </a:prstGeom>
          <a:solidFill>
            <a:srgbClr val="FFFFFF"/>
          </a:solidFill>
          <a:ln w="12700">
            <a:solidFill>
              <a:srgbClr val="D6DCE0"/>
            </a:solidFill>
            <a:prstDash val="solid"/>
          </a:ln>
          <a:effectLst>
            <a:outerShdw sx="100000" sy="100000" kx="0" ky="0" algn="bl" rotWithShape="0" blurRad="76200" dist="25400" dir="5400000">
              <a:srgbClr val="000000">
                <a:alpha val="14000"/>
              </a:srgbClr>
            </a:outerShdw>
          </a:effectLst>
        </p:spPr>
      </p:sp>
      <p:sp>
        <p:nvSpPr>
          <p:cNvPr id="6" name="Shape 4"/>
          <p:cNvSpPr/>
          <p:nvPr/>
        </p:nvSpPr>
        <p:spPr>
          <a:xfrm>
            <a:off x="5260543" y="1435608"/>
            <a:ext cx="6364224" cy="365760"/>
          </a:xfrm>
          <a:prstGeom prst="rect">
            <a:avLst/>
          </a:prstGeom>
          <a:solidFill>
            <a:srgbClr val="F3F2F1"/>
          </a:solidFill>
          <a:ln/>
        </p:spPr>
      </p:sp>
      <p:sp>
        <p:nvSpPr>
          <p:cNvPr id="7" name="Text 5"/>
          <p:cNvSpPr txBox="1"/>
          <p:nvPr/>
        </p:nvSpPr>
        <p:spPr>
          <a:xfrm>
            <a:off x="5379415" y="1435608"/>
            <a:ext cx="6126480" cy="365760"/>
          </a:xfrm>
          <a:prstGeom prst="rect">
            <a:avLst/>
          </a:prstGeom>
          <a:noFill/>
          <a:ln/>
        </p:spPr>
        <p:txBody>
          <a:bodyPr wrap="square" lIns="0" tIns="0" rIns="0" bIns="0" rtlCol="0" anchor="ctr"/>
          <a:lstStyle/>
          <a:p>
            <a:pPr algn="l" indent="0" marL="0">
              <a:buNone/>
            </a:pPr>
            <a:r>
              <a:rPr lang="en-US" altLang="en-US" sz="1200" b="1" dirty="0">
                <a:solidFill>
                  <a:srgbClr val="323130"/>
                </a:solidFill>
                <a:latin typeface="Arial" pitchFamily="34" charset="0"/>
                <a:ea typeface="Arial" pitchFamily="34" charset="-122"/>
                <a:cs typeface="Arial" pitchFamily="34" charset="-120"/>
              </a:rPr>
              <a:t>Microsoft Forms — Question 1</a:t>
            </a:r>
            <a:endParaRPr lang="en-US" sz="1200" dirty="0"/>
          </a:p>
        </p:txBody>
      </p:sp>
      <p:sp>
        <p:nvSpPr>
          <p:cNvPr id="8" name="Text 6"/>
          <p:cNvSpPr txBox="1"/>
          <p:nvPr/>
        </p:nvSpPr>
        <p:spPr>
          <a:xfrm>
            <a:off x="5516575" y="1965960"/>
            <a:ext cx="5943600" cy="411480"/>
          </a:xfrm>
          <a:prstGeom prst="rect">
            <a:avLst/>
          </a:prstGeom>
          <a:noFill/>
          <a:ln/>
        </p:spPr>
        <p:txBody>
          <a:bodyPr wrap="square" lIns="0" tIns="0" rIns="0" bIns="0" rtlCol="0" anchor="ctr"/>
          <a:lstStyle/>
          <a:p>
            <a:pPr algn="l" indent="0" marL="0">
              <a:buNone/>
            </a:pPr>
            <a:r>
              <a:rPr lang="en-US" altLang="en-US" sz="1400" b="1" dirty="0">
                <a:solidFill>
                  <a:srgbClr val="323130"/>
                </a:solidFill>
                <a:latin typeface="Arial" pitchFamily="34" charset="0"/>
                <a:ea typeface="Arial" pitchFamily="34" charset="-122"/>
                <a:cs typeface="Arial" pitchFamily="34" charset="-120"/>
              </a:rPr>
              <a:t>1.  What is the basic structural unit of all living organisms?</a:t>
            </a:r>
            <a:endParaRPr lang="en-US" sz="1400" dirty="0"/>
          </a:p>
        </p:txBody>
      </p:sp>
      <p:sp>
        <p:nvSpPr>
          <p:cNvPr id="9" name="Shape 7"/>
          <p:cNvSpPr/>
          <p:nvPr/>
        </p:nvSpPr>
        <p:spPr>
          <a:xfrm>
            <a:off x="5516575" y="2514600"/>
            <a:ext cx="4206240" cy="384048"/>
          </a:xfrm>
          <a:prstGeom prst="roundRect">
            <a:avLst>
              <a:gd name="adj" fmla="val 11905"/>
            </a:avLst>
          </a:prstGeom>
          <a:solidFill>
            <a:srgbClr val="F8F8F8"/>
          </a:solidFill>
          <a:ln w="12700">
            <a:solidFill>
              <a:srgbClr val="E1E1E1"/>
            </a:solidFill>
            <a:prstDash val="solid"/>
          </a:ln>
        </p:spPr>
      </p:sp>
      <p:sp>
        <p:nvSpPr>
          <p:cNvPr id="10" name="Shape 8"/>
          <p:cNvSpPr/>
          <p:nvPr/>
        </p:nvSpPr>
        <p:spPr>
          <a:xfrm>
            <a:off x="5626303" y="2606040"/>
            <a:ext cx="201168" cy="201168"/>
          </a:xfrm>
          <a:prstGeom prst="ellipse">
            <a:avLst/>
          </a:prstGeom>
          <a:solidFill>
            <a:srgbClr val="FFFFFF"/>
          </a:solidFill>
          <a:ln w="15875">
            <a:solidFill>
              <a:srgbClr val="8A8886"/>
            </a:solidFill>
            <a:prstDash val="solid"/>
          </a:ln>
        </p:spPr>
      </p:sp>
      <p:sp>
        <p:nvSpPr>
          <p:cNvPr id="11" name="Text 9"/>
          <p:cNvSpPr txBox="1"/>
          <p:nvPr/>
        </p:nvSpPr>
        <p:spPr>
          <a:xfrm>
            <a:off x="5955487" y="2514600"/>
            <a:ext cx="2743200" cy="384048"/>
          </a:xfrm>
          <a:prstGeom prst="rect">
            <a:avLst/>
          </a:prstGeom>
          <a:noFill/>
          <a:ln/>
        </p:spPr>
        <p:txBody>
          <a:bodyPr wrap="square" lIns="0" tIns="0" rIns="0" bIns="0" rtlCol="0" anchor="ctr"/>
          <a:lstStyle/>
          <a:p>
            <a:pPr algn="l" indent="0" marL="0">
              <a:buNone/>
            </a:pPr>
            <a:r>
              <a:rPr lang="en-US" altLang="en-US" sz="1300" dirty="0">
                <a:solidFill>
                  <a:srgbClr val="323130"/>
                </a:solidFill>
                <a:latin typeface="Arial" pitchFamily="34" charset="0"/>
                <a:ea typeface="Arial" pitchFamily="34" charset="-122"/>
                <a:cs typeface="Arial" pitchFamily="34" charset="-120"/>
              </a:rPr>
              <a:t>Tissue</a:t>
            </a:r>
            <a:endParaRPr lang="en-US" sz="1300" dirty="0"/>
          </a:p>
        </p:txBody>
      </p:sp>
      <p:sp>
        <p:nvSpPr>
          <p:cNvPr id="12" name="Shape 10"/>
          <p:cNvSpPr/>
          <p:nvPr/>
        </p:nvSpPr>
        <p:spPr>
          <a:xfrm>
            <a:off x="5516575" y="2990088"/>
            <a:ext cx="4206240" cy="384048"/>
          </a:xfrm>
          <a:prstGeom prst="roundRect">
            <a:avLst>
              <a:gd name="adj" fmla="val 11905"/>
            </a:avLst>
          </a:prstGeom>
          <a:solidFill>
            <a:srgbClr val="E7F4EC"/>
          </a:solidFill>
          <a:ln w="12700">
            <a:solidFill>
              <a:srgbClr val="2E8B57"/>
            </a:solidFill>
            <a:prstDash val="solid"/>
          </a:ln>
        </p:spPr>
      </p:sp>
      <p:sp>
        <p:nvSpPr>
          <p:cNvPr id="13" name="Shape 11"/>
          <p:cNvSpPr/>
          <p:nvPr/>
        </p:nvSpPr>
        <p:spPr>
          <a:xfrm>
            <a:off x="5626303" y="3081528"/>
            <a:ext cx="201168" cy="201168"/>
          </a:xfrm>
          <a:prstGeom prst="ellipse">
            <a:avLst/>
          </a:prstGeom>
          <a:solidFill>
            <a:srgbClr val="FFFFFF"/>
          </a:solidFill>
          <a:ln w="15875">
            <a:solidFill>
              <a:srgbClr val="8A8886"/>
            </a:solidFill>
            <a:prstDash val="solid"/>
          </a:ln>
        </p:spPr>
      </p:sp>
      <p:sp>
        <p:nvSpPr>
          <p:cNvPr id="14" name="Text 12"/>
          <p:cNvSpPr txBox="1"/>
          <p:nvPr/>
        </p:nvSpPr>
        <p:spPr>
          <a:xfrm>
            <a:off x="5955487" y="2990088"/>
            <a:ext cx="2743200" cy="384048"/>
          </a:xfrm>
          <a:prstGeom prst="rect">
            <a:avLst/>
          </a:prstGeom>
          <a:noFill/>
          <a:ln/>
        </p:spPr>
        <p:txBody>
          <a:bodyPr wrap="square" lIns="0" tIns="0" rIns="0" bIns="0" rtlCol="0" anchor="ctr"/>
          <a:lstStyle/>
          <a:p>
            <a:pPr algn="l" indent="0" marL="0">
              <a:buNone/>
            </a:pPr>
            <a:r>
              <a:rPr lang="en-US" altLang="en-US" sz="1300" dirty="0">
                <a:solidFill>
                  <a:srgbClr val="323130"/>
                </a:solidFill>
                <a:latin typeface="Arial" pitchFamily="34" charset="0"/>
                <a:ea typeface="Arial" pitchFamily="34" charset="-122"/>
                <a:cs typeface="Arial" pitchFamily="34" charset="-120"/>
              </a:rPr>
              <a:t>Cell</a:t>
            </a:r>
            <a:endParaRPr lang="en-US" sz="1300" dirty="0"/>
          </a:p>
        </p:txBody>
      </p:sp>
      <p:sp>
        <p:nvSpPr>
          <p:cNvPr id="15" name="Text 13"/>
          <p:cNvSpPr txBox="1"/>
          <p:nvPr/>
        </p:nvSpPr>
        <p:spPr>
          <a:xfrm>
            <a:off x="8214055" y="2990088"/>
            <a:ext cx="1463040" cy="384048"/>
          </a:xfrm>
          <a:prstGeom prst="rect">
            <a:avLst/>
          </a:prstGeom>
          <a:noFill/>
          <a:ln/>
        </p:spPr>
        <p:txBody>
          <a:bodyPr wrap="square" lIns="0" tIns="0" rIns="0" bIns="0" rtlCol="0" anchor="ctr"/>
          <a:lstStyle/>
          <a:p>
            <a:pPr algn="l" indent="0" marL="0">
              <a:buNone/>
            </a:pPr>
            <a:r>
              <a:rPr lang="en-US" altLang="en-US" sz="1100" b="1" dirty="0">
                <a:solidFill>
                  <a:srgbClr val="2E8B57"/>
                </a:solidFill>
                <a:latin typeface="Arial" pitchFamily="34" charset="0"/>
                <a:ea typeface="Arial" pitchFamily="34" charset="-122"/>
                <a:cs typeface="Arial" pitchFamily="34" charset="-120"/>
              </a:rPr>
              <a:t>✓ Correct answer</a:t>
            </a:r>
            <a:endParaRPr lang="en-US" sz="1100" dirty="0"/>
          </a:p>
        </p:txBody>
      </p:sp>
      <p:sp>
        <p:nvSpPr>
          <p:cNvPr id="16" name="Shape 14"/>
          <p:cNvSpPr/>
          <p:nvPr/>
        </p:nvSpPr>
        <p:spPr>
          <a:xfrm>
            <a:off x="5516575" y="3465576"/>
            <a:ext cx="4206240" cy="384048"/>
          </a:xfrm>
          <a:prstGeom prst="roundRect">
            <a:avLst>
              <a:gd name="adj" fmla="val 11905"/>
            </a:avLst>
          </a:prstGeom>
          <a:solidFill>
            <a:srgbClr val="F8F8F8"/>
          </a:solidFill>
          <a:ln w="12700">
            <a:solidFill>
              <a:srgbClr val="E1E1E1"/>
            </a:solidFill>
            <a:prstDash val="solid"/>
          </a:ln>
        </p:spPr>
      </p:sp>
      <p:sp>
        <p:nvSpPr>
          <p:cNvPr id="17" name="Shape 15"/>
          <p:cNvSpPr/>
          <p:nvPr/>
        </p:nvSpPr>
        <p:spPr>
          <a:xfrm>
            <a:off x="5626303" y="3557016"/>
            <a:ext cx="201168" cy="201168"/>
          </a:xfrm>
          <a:prstGeom prst="ellipse">
            <a:avLst/>
          </a:prstGeom>
          <a:solidFill>
            <a:srgbClr val="FFFFFF"/>
          </a:solidFill>
          <a:ln w="15875">
            <a:solidFill>
              <a:srgbClr val="8A8886"/>
            </a:solidFill>
            <a:prstDash val="solid"/>
          </a:ln>
        </p:spPr>
      </p:sp>
      <p:sp>
        <p:nvSpPr>
          <p:cNvPr id="18" name="Text 16"/>
          <p:cNvSpPr txBox="1"/>
          <p:nvPr/>
        </p:nvSpPr>
        <p:spPr>
          <a:xfrm>
            <a:off x="5955487" y="3465576"/>
            <a:ext cx="2743200" cy="384048"/>
          </a:xfrm>
          <a:prstGeom prst="rect">
            <a:avLst/>
          </a:prstGeom>
          <a:noFill/>
          <a:ln/>
        </p:spPr>
        <p:txBody>
          <a:bodyPr wrap="square" lIns="0" tIns="0" rIns="0" bIns="0" rtlCol="0" anchor="ctr"/>
          <a:lstStyle/>
          <a:p>
            <a:pPr algn="l" indent="0" marL="0">
              <a:buNone/>
            </a:pPr>
            <a:r>
              <a:rPr lang="en-US" altLang="en-US" sz="1300" dirty="0">
                <a:solidFill>
                  <a:srgbClr val="323130"/>
                </a:solidFill>
                <a:latin typeface="Arial" pitchFamily="34" charset="0"/>
                <a:ea typeface="Arial" pitchFamily="34" charset="-122"/>
                <a:cs typeface="Arial" pitchFamily="34" charset="-120"/>
              </a:rPr>
              <a:t>Organ</a:t>
            </a:r>
            <a:endParaRPr lang="en-US" sz="1300" dirty="0"/>
          </a:p>
        </p:txBody>
      </p:sp>
      <p:sp>
        <p:nvSpPr>
          <p:cNvPr id="19" name="Shape 17"/>
          <p:cNvSpPr/>
          <p:nvPr/>
        </p:nvSpPr>
        <p:spPr>
          <a:xfrm>
            <a:off x="5516575" y="3941064"/>
            <a:ext cx="4206240" cy="384048"/>
          </a:xfrm>
          <a:prstGeom prst="roundRect">
            <a:avLst>
              <a:gd name="adj" fmla="val 11905"/>
            </a:avLst>
          </a:prstGeom>
          <a:solidFill>
            <a:srgbClr val="F8F8F8"/>
          </a:solidFill>
          <a:ln w="12700">
            <a:solidFill>
              <a:srgbClr val="E1E1E1"/>
            </a:solidFill>
            <a:prstDash val="solid"/>
          </a:ln>
        </p:spPr>
      </p:sp>
      <p:sp>
        <p:nvSpPr>
          <p:cNvPr id="20" name="Shape 18"/>
          <p:cNvSpPr/>
          <p:nvPr/>
        </p:nvSpPr>
        <p:spPr>
          <a:xfrm>
            <a:off x="5626303" y="4032504"/>
            <a:ext cx="201168" cy="201168"/>
          </a:xfrm>
          <a:prstGeom prst="ellipse">
            <a:avLst/>
          </a:prstGeom>
          <a:solidFill>
            <a:srgbClr val="FFFFFF"/>
          </a:solidFill>
          <a:ln w="15875">
            <a:solidFill>
              <a:srgbClr val="8A8886"/>
            </a:solidFill>
            <a:prstDash val="solid"/>
          </a:ln>
        </p:spPr>
      </p:sp>
      <p:sp>
        <p:nvSpPr>
          <p:cNvPr id="21" name="Text 19"/>
          <p:cNvSpPr txBox="1"/>
          <p:nvPr/>
        </p:nvSpPr>
        <p:spPr>
          <a:xfrm>
            <a:off x="5955487" y="3941064"/>
            <a:ext cx="2743200" cy="384048"/>
          </a:xfrm>
          <a:prstGeom prst="rect">
            <a:avLst/>
          </a:prstGeom>
          <a:noFill/>
          <a:ln/>
        </p:spPr>
        <p:txBody>
          <a:bodyPr wrap="square" lIns="0" tIns="0" rIns="0" bIns="0" rtlCol="0" anchor="ctr"/>
          <a:lstStyle/>
          <a:p>
            <a:pPr algn="l" indent="0" marL="0">
              <a:buNone/>
            </a:pPr>
            <a:r>
              <a:rPr lang="en-US" altLang="en-US" sz="1300" dirty="0">
                <a:solidFill>
                  <a:srgbClr val="323130"/>
                </a:solidFill>
                <a:latin typeface="Arial" pitchFamily="34" charset="0"/>
                <a:ea typeface="Arial" pitchFamily="34" charset="-122"/>
                <a:cs typeface="Arial" pitchFamily="34" charset="-120"/>
              </a:rPr>
              <a:t>Organ system</a:t>
            </a:r>
            <a:endParaRPr lang="en-US" sz="1300" dirty="0"/>
          </a:p>
        </p:txBody>
      </p:sp>
      <p:sp>
        <p:nvSpPr>
          <p:cNvPr id="22" name="Shape 20"/>
          <p:cNvSpPr/>
          <p:nvPr/>
        </p:nvSpPr>
        <p:spPr>
          <a:xfrm>
            <a:off x="9814255" y="3008376"/>
            <a:ext cx="329184" cy="329184"/>
          </a:xfrm>
          <a:prstGeom prst="ellipse">
            <a:avLst/>
          </a:prstGeom>
          <a:solidFill>
            <a:schemeClr val="accent2"/>
          </a:solidFill>
          <a:ln w="19050">
            <a:solidFill>
              <a:srgbClr val="FFFFFF"/>
            </a:solidFill>
            <a:prstDash val="solid"/>
          </a:ln>
        </p:spPr>
      </p:sp>
      <p:sp>
        <p:nvSpPr>
          <p:cNvPr id="23" name="Text 21"/>
          <p:cNvSpPr txBox="1"/>
          <p:nvPr/>
        </p:nvSpPr>
        <p:spPr>
          <a:xfrm>
            <a:off x="9814255" y="3008376"/>
            <a:ext cx="329184" cy="329184"/>
          </a:xfrm>
          <a:prstGeom prst="rect">
            <a:avLst/>
          </a:prstGeom>
          <a:noFill/>
          <a:ln/>
        </p:spPr>
        <p:txBody>
          <a:bodyPr wrap="square" lIns="0" tIns="0" rIns="0" bIns="0" rtlCol="0" anchor="ctr"/>
          <a:lstStyle/>
          <a:p>
            <a:pPr algn="ctr" indent="0" marL="0">
              <a:buNone/>
            </a:pPr>
            <a:r>
              <a:rPr lang="en-US" altLang="en-US" sz="1300" b="1" dirty="0">
                <a:solidFill>
                  <a:schemeClr val="tx1"/>
                </a:solidFill>
                <a:latin typeface="Arial" pitchFamily="34" charset="0"/>
                <a:ea typeface="Arial" pitchFamily="34" charset="-122"/>
                <a:cs typeface="Arial" pitchFamily="34" charset="-120"/>
              </a:rPr>
              <a:t>1</a:t>
            </a:r>
            <a:endParaRPr lang="en-US" sz="1300" dirty="0"/>
          </a:p>
        </p:txBody>
      </p:sp>
      <p:sp>
        <p:nvSpPr>
          <p:cNvPr id="24" name="Text 22"/>
          <p:cNvSpPr txBox="1"/>
          <p:nvPr/>
        </p:nvSpPr>
        <p:spPr>
          <a:xfrm>
            <a:off x="5516575" y="4526280"/>
            <a:ext cx="731520" cy="365760"/>
          </a:xfrm>
          <a:prstGeom prst="rect">
            <a:avLst/>
          </a:prstGeom>
          <a:noFill/>
          <a:ln/>
        </p:spPr>
        <p:txBody>
          <a:bodyPr wrap="square" lIns="0" tIns="0" rIns="0" bIns="0" rtlCol="0" anchor="ctr"/>
          <a:lstStyle/>
          <a:p>
            <a:pPr algn="l" indent="0" marL="0">
              <a:buNone/>
            </a:pPr>
            <a:r>
              <a:rPr lang="en-US" altLang="en-US" sz="1300" b="1" dirty="0">
                <a:solidFill>
                  <a:srgbClr val="323130"/>
                </a:solidFill>
                <a:latin typeface="Arial" pitchFamily="34" charset="0"/>
                <a:ea typeface="Arial" pitchFamily="34" charset="-122"/>
                <a:cs typeface="Arial" pitchFamily="34" charset="-120"/>
              </a:rPr>
              <a:t>Points:</a:t>
            </a:r>
            <a:endParaRPr lang="en-US" sz="1300" dirty="0"/>
          </a:p>
        </p:txBody>
      </p:sp>
      <p:sp>
        <p:nvSpPr>
          <p:cNvPr id="25" name="Shape 23"/>
          <p:cNvSpPr/>
          <p:nvPr/>
        </p:nvSpPr>
        <p:spPr>
          <a:xfrm>
            <a:off x="6266383" y="4544568"/>
            <a:ext cx="548640" cy="329184"/>
          </a:xfrm>
          <a:prstGeom prst="rect">
            <a:avLst/>
          </a:prstGeom>
          <a:solidFill>
            <a:srgbClr val="FFFFFF"/>
          </a:solidFill>
          <a:ln w="12700">
            <a:solidFill>
              <a:srgbClr val="8A8886"/>
            </a:solidFill>
            <a:prstDash val="solid"/>
          </a:ln>
        </p:spPr>
      </p:sp>
      <p:sp>
        <p:nvSpPr>
          <p:cNvPr id="26" name="Text 24"/>
          <p:cNvSpPr txBox="1"/>
          <p:nvPr/>
        </p:nvSpPr>
        <p:spPr>
          <a:xfrm>
            <a:off x="6266383" y="4544568"/>
            <a:ext cx="548640" cy="329184"/>
          </a:xfrm>
          <a:prstGeom prst="rect">
            <a:avLst/>
          </a:prstGeom>
          <a:noFill/>
          <a:ln/>
        </p:spPr>
        <p:txBody>
          <a:bodyPr wrap="square" lIns="0" tIns="0" rIns="0" bIns="0" rtlCol="0" anchor="ctr"/>
          <a:lstStyle/>
          <a:p>
            <a:pPr algn="ctr" indent="0" marL="0">
              <a:buNone/>
            </a:pPr>
            <a:r>
              <a:rPr lang="en-US" altLang="en-US" sz="1300" dirty="0">
                <a:solidFill>
                  <a:srgbClr val="323130"/>
                </a:solidFill>
                <a:latin typeface="Arial" pitchFamily="34" charset="0"/>
                <a:ea typeface="Arial" pitchFamily="34" charset="-122"/>
                <a:cs typeface="Arial" pitchFamily="34" charset="-120"/>
              </a:rPr>
              <a:t>2</a:t>
            </a:r>
            <a:endParaRPr lang="en-US" sz="1300" dirty="0"/>
          </a:p>
        </p:txBody>
      </p:sp>
      <p:sp>
        <p:nvSpPr>
          <p:cNvPr id="27" name="Shape 25"/>
          <p:cNvSpPr/>
          <p:nvPr/>
        </p:nvSpPr>
        <p:spPr>
          <a:xfrm>
            <a:off x="6906463" y="4544568"/>
            <a:ext cx="329184" cy="329184"/>
          </a:xfrm>
          <a:prstGeom prst="ellipse">
            <a:avLst/>
          </a:prstGeom>
          <a:solidFill>
            <a:schemeClr val="accent2"/>
          </a:solidFill>
          <a:ln w="19050">
            <a:solidFill>
              <a:srgbClr val="FFFFFF"/>
            </a:solidFill>
            <a:prstDash val="solid"/>
          </a:ln>
        </p:spPr>
      </p:sp>
      <p:sp>
        <p:nvSpPr>
          <p:cNvPr id="28" name="Text 26"/>
          <p:cNvSpPr txBox="1"/>
          <p:nvPr/>
        </p:nvSpPr>
        <p:spPr>
          <a:xfrm>
            <a:off x="6906463" y="4544568"/>
            <a:ext cx="329184" cy="329184"/>
          </a:xfrm>
          <a:prstGeom prst="rect">
            <a:avLst/>
          </a:prstGeom>
          <a:noFill/>
          <a:ln/>
        </p:spPr>
        <p:txBody>
          <a:bodyPr wrap="square" lIns="0" tIns="0" rIns="0" bIns="0" rtlCol="0" anchor="ctr"/>
          <a:lstStyle/>
          <a:p>
            <a:pPr algn="ctr" indent="0" marL="0">
              <a:buNone/>
            </a:pPr>
            <a:r>
              <a:rPr lang="en-US" altLang="en-US" sz="1300" b="1" dirty="0">
                <a:solidFill>
                  <a:schemeClr val="tx1"/>
                </a:solidFill>
                <a:latin typeface="Arial" pitchFamily="34" charset="0"/>
                <a:ea typeface="Arial" pitchFamily="34" charset="-122"/>
                <a:cs typeface="Arial" pitchFamily="34" charset="-120"/>
              </a:rPr>
              <a:t>2</a:t>
            </a:r>
            <a:endParaRPr lang="en-US" sz="1300" dirty="0"/>
          </a:p>
        </p:txBody>
      </p:sp>
      <p:sp>
        <p:nvSpPr>
          <p:cNvPr id="29" name="Text 27"/>
          <p:cNvSpPr txBox="1"/>
          <p:nvPr/>
        </p:nvSpPr>
        <p:spPr>
          <a:xfrm>
            <a:off x="5516575" y="5074920"/>
            <a:ext cx="1463040" cy="320040"/>
          </a:xfrm>
          <a:prstGeom prst="rect">
            <a:avLst/>
          </a:prstGeom>
          <a:noFill/>
          <a:ln/>
        </p:spPr>
        <p:txBody>
          <a:bodyPr wrap="square" lIns="0" tIns="0" rIns="0" bIns="0" rtlCol="0" anchor="ctr"/>
          <a:lstStyle/>
          <a:p>
            <a:pPr algn="l" indent="0" marL="0">
              <a:buNone/>
            </a:pPr>
            <a:r>
              <a:rPr lang="en-US" altLang="en-US" sz="1200" dirty="0">
                <a:solidFill>
                  <a:srgbClr val="323130"/>
                </a:solidFill>
                <a:latin typeface="Arial" pitchFamily="34" charset="0"/>
                <a:ea typeface="Arial" pitchFamily="34" charset="-122"/>
                <a:cs typeface="Arial" pitchFamily="34" charset="-120"/>
              </a:rPr>
              <a:t>Multiple answers</a:t>
            </a:r>
            <a:endParaRPr lang="en-US" sz="1200" dirty="0"/>
          </a:p>
        </p:txBody>
      </p:sp>
      <p:sp>
        <p:nvSpPr>
          <p:cNvPr id="30" name="Shape 28"/>
          <p:cNvSpPr/>
          <p:nvPr/>
        </p:nvSpPr>
        <p:spPr>
          <a:xfrm>
            <a:off x="6979615" y="5120640"/>
            <a:ext cx="420624" cy="219456"/>
          </a:xfrm>
          <a:prstGeom prst="roundRect">
            <a:avLst>
              <a:gd name="adj" fmla="val 50000"/>
            </a:avLst>
          </a:prstGeom>
          <a:solidFill>
            <a:srgbClr val="FFFFFF"/>
          </a:solidFill>
          <a:ln w="12700">
            <a:solidFill>
              <a:srgbClr val="8A8886"/>
            </a:solidFill>
            <a:prstDash val="solid"/>
          </a:ln>
        </p:spPr>
      </p:sp>
      <p:sp>
        <p:nvSpPr>
          <p:cNvPr id="31" name="Shape 29"/>
          <p:cNvSpPr/>
          <p:nvPr/>
        </p:nvSpPr>
        <p:spPr>
          <a:xfrm>
            <a:off x="7016191" y="5157216"/>
            <a:ext cx="146304" cy="146304"/>
          </a:xfrm>
          <a:prstGeom prst="ellipse">
            <a:avLst/>
          </a:prstGeom>
          <a:solidFill>
            <a:srgbClr val="605E5C"/>
          </a:solidFill>
          <a:ln/>
        </p:spPr>
      </p:sp>
      <p:sp>
        <p:nvSpPr>
          <p:cNvPr id="32" name="Text 30"/>
          <p:cNvSpPr txBox="1"/>
          <p:nvPr/>
        </p:nvSpPr>
        <p:spPr>
          <a:xfrm>
            <a:off x="7665415" y="5074920"/>
            <a:ext cx="822960" cy="320040"/>
          </a:xfrm>
          <a:prstGeom prst="rect">
            <a:avLst/>
          </a:prstGeom>
          <a:noFill/>
          <a:ln/>
        </p:spPr>
        <p:txBody>
          <a:bodyPr wrap="square" lIns="0" tIns="0" rIns="0" bIns="0" rtlCol="0" anchor="ctr"/>
          <a:lstStyle/>
          <a:p>
            <a:pPr algn="l" indent="0" marL="0">
              <a:buNone/>
            </a:pPr>
            <a:r>
              <a:rPr lang="en-US" altLang="en-US" sz="1200" dirty="0">
                <a:solidFill>
                  <a:srgbClr val="323130"/>
                </a:solidFill>
                <a:latin typeface="Arial" pitchFamily="34" charset="0"/>
                <a:ea typeface="Arial" pitchFamily="34" charset="-122"/>
                <a:cs typeface="Arial" pitchFamily="34" charset="-120"/>
              </a:rPr>
              <a:t>Required</a:t>
            </a:r>
            <a:endParaRPr lang="en-US" sz="1200" dirty="0"/>
          </a:p>
        </p:txBody>
      </p:sp>
      <p:sp>
        <p:nvSpPr>
          <p:cNvPr id="33" name="Shape 31"/>
          <p:cNvSpPr/>
          <p:nvPr/>
        </p:nvSpPr>
        <p:spPr>
          <a:xfrm>
            <a:off x="8488375" y="5120640"/>
            <a:ext cx="420624" cy="219456"/>
          </a:xfrm>
          <a:prstGeom prst="roundRect">
            <a:avLst>
              <a:gd name="adj" fmla="val 50000"/>
            </a:avLst>
          </a:prstGeom>
          <a:solidFill>
            <a:srgbClr val="03787C"/>
          </a:solidFill>
          <a:ln w="12700">
            <a:solidFill>
              <a:srgbClr val="03787C"/>
            </a:solidFill>
            <a:prstDash val="solid"/>
          </a:ln>
        </p:spPr>
      </p:sp>
      <p:sp>
        <p:nvSpPr>
          <p:cNvPr id="34" name="Shape 32"/>
          <p:cNvSpPr/>
          <p:nvPr/>
        </p:nvSpPr>
        <p:spPr>
          <a:xfrm>
            <a:off x="8716975" y="5157216"/>
            <a:ext cx="146304" cy="146304"/>
          </a:xfrm>
          <a:prstGeom prst="ellipse">
            <a:avLst/>
          </a:prstGeom>
          <a:solidFill>
            <a:srgbClr val="FFFFFF"/>
          </a:solidFill>
          <a:ln/>
        </p:spPr>
      </p:sp>
      <p:sp>
        <p:nvSpPr>
          <p:cNvPr id="35" name="Shape 33"/>
          <p:cNvSpPr/>
          <p:nvPr/>
        </p:nvSpPr>
        <p:spPr>
          <a:xfrm>
            <a:off x="8973007" y="5074920"/>
            <a:ext cx="329184" cy="329184"/>
          </a:xfrm>
          <a:prstGeom prst="ellipse">
            <a:avLst/>
          </a:prstGeom>
          <a:solidFill>
            <a:schemeClr val="accent2"/>
          </a:solidFill>
          <a:ln w="19050">
            <a:solidFill>
              <a:srgbClr val="FFFFFF"/>
            </a:solidFill>
            <a:prstDash val="solid"/>
          </a:ln>
        </p:spPr>
      </p:sp>
      <p:sp>
        <p:nvSpPr>
          <p:cNvPr id="36" name="Text 34"/>
          <p:cNvSpPr txBox="1"/>
          <p:nvPr/>
        </p:nvSpPr>
        <p:spPr>
          <a:xfrm>
            <a:off x="8973007" y="5074920"/>
            <a:ext cx="329184" cy="329184"/>
          </a:xfrm>
          <a:prstGeom prst="rect">
            <a:avLst/>
          </a:prstGeom>
          <a:noFill/>
          <a:ln/>
        </p:spPr>
        <p:txBody>
          <a:bodyPr wrap="square" lIns="0" tIns="0" rIns="0" bIns="0" rtlCol="0" anchor="ctr"/>
          <a:lstStyle/>
          <a:p>
            <a:pPr algn="ctr" indent="0" marL="0">
              <a:buNone/>
            </a:pPr>
            <a:r>
              <a:rPr lang="en-US" altLang="en-US" sz="1300" b="1" dirty="0">
                <a:solidFill>
                  <a:schemeClr val="tx1"/>
                </a:solidFill>
                <a:latin typeface="Arial" pitchFamily="34" charset="0"/>
                <a:ea typeface="Arial" pitchFamily="34" charset="-122"/>
                <a:cs typeface="Arial" pitchFamily="34" charset="-120"/>
              </a:rPr>
              <a:t>3</a:t>
            </a:r>
            <a:endParaRPr lang="en-US" sz="1300" dirty="0"/>
          </a:p>
        </p:txBody>
      </p:sp>
      <p:sp>
        <p:nvSpPr>
          <p:cNvPr id="37" name="Text 35"/>
          <p:cNvSpPr txBox="1"/>
          <p:nvPr/>
        </p:nvSpPr>
        <p:spPr>
          <a:xfrm>
            <a:off x="10957255" y="5074920"/>
            <a:ext cx="457200" cy="320040"/>
          </a:xfrm>
          <a:prstGeom prst="rect">
            <a:avLst/>
          </a:prstGeom>
          <a:noFill/>
          <a:ln/>
        </p:spPr>
        <p:txBody>
          <a:bodyPr wrap="square" lIns="0" tIns="0" rIns="0" bIns="0" rtlCol="0" anchor="ctr"/>
          <a:lstStyle/>
          <a:p>
            <a:pPr algn="ctr" indent="0" marL="0">
              <a:buNone/>
            </a:pPr>
            <a:r>
              <a:rPr lang="en-US" altLang="en-US" sz="1400" b="1" dirty="0">
                <a:solidFill>
                  <a:srgbClr val="323130"/>
                </a:solidFill>
                <a:latin typeface="Arial" pitchFamily="34" charset="0"/>
                <a:ea typeface="Arial" pitchFamily="34" charset="-122"/>
                <a:cs typeface="Arial" pitchFamily="34" charset="-120"/>
              </a:rPr>
              <a:t>•••</a:t>
            </a:r>
            <a:endParaRPr lang="en-US" sz="1400" dirty="0"/>
          </a:p>
        </p:txBody>
      </p:sp>
      <p:sp>
        <p:nvSpPr>
          <p:cNvPr id="38" name="Shape 36"/>
          <p:cNvSpPr/>
          <p:nvPr/>
        </p:nvSpPr>
        <p:spPr>
          <a:xfrm>
            <a:off x="9494215" y="5440680"/>
            <a:ext cx="1965960" cy="502920"/>
          </a:xfrm>
          <a:prstGeom prst="roundRect">
            <a:avLst>
              <a:gd name="adj" fmla="val 9091"/>
            </a:avLst>
          </a:prstGeom>
          <a:solidFill>
            <a:srgbClr val="FFFFFF"/>
          </a:solidFill>
          <a:ln w="12700">
            <a:solidFill>
              <a:srgbClr val="C8C6C4"/>
            </a:solidFill>
            <a:prstDash val="solid"/>
          </a:ln>
          <a:effectLst>
            <a:outerShdw sx="100000" sy="100000" kx="0" ky="0" algn="bl" rotWithShape="0" blurRad="76200" dist="25400" dir="5400000">
              <a:srgbClr val="000000">
                <a:alpha val="14000"/>
              </a:srgbClr>
            </a:outerShdw>
          </a:effectLst>
        </p:spPr>
      </p:sp>
      <p:sp>
        <p:nvSpPr>
          <p:cNvPr id="39" name="Text 37"/>
          <p:cNvSpPr txBox="1"/>
          <p:nvPr/>
        </p:nvSpPr>
        <p:spPr>
          <a:xfrm>
            <a:off x="9585655" y="5440680"/>
            <a:ext cx="1828800" cy="502920"/>
          </a:xfrm>
          <a:prstGeom prst="rect">
            <a:avLst/>
          </a:prstGeom>
          <a:noFill/>
          <a:ln/>
        </p:spPr>
        <p:txBody>
          <a:bodyPr wrap="square" lIns="0" tIns="0" rIns="0" bIns="0" rtlCol="0" anchor="ctr"/>
          <a:lstStyle/>
          <a:p>
            <a:pPr algn="l" indent="0" marL="0">
              <a:buNone/>
            </a:pPr>
            <a:r>
              <a:rPr lang="en-US" altLang="en-US" sz="1100" dirty="0">
                <a:solidFill>
                  <a:srgbClr val="323130"/>
                </a:solidFill>
                <a:latin typeface="Arial" pitchFamily="34" charset="0"/>
                <a:ea typeface="Arial" pitchFamily="34" charset="-122"/>
                <a:cs typeface="Arial" pitchFamily="34" charset="-120"/>
              </a:rPr>
              <a:t>Shuffle options   |   Math</a:t>
            </a:r>
            <a:endParaRPr lang="en-US" sz="1100" dirty="0"/>
          </a:p>
        </p:txBody>
      </p:sp>
      <p:sp>
        <p:nvSpPr>
          <p:cNvPr id="40" name="Shape 38"/>
          <p:cNvSpPr/>
          <p:nvPr/>
        </p:nvSpPr>
        <p:spPr>
          <a:xfrm>
            <a:off x="11048695" y="4709160"/>
            <a:ext cx="329184" cy="329184"/>
          </a:xfrm>
          <a:prstGeom prst="ellipse">
            <a:avLst/>
          </a:prstGeom>
          <a:solidFill>
            <a:schemeClr val="accent2"/>
          </a:solidFill>
          <a:ln w="19050">
            <a:solidFill>
              <a:srgbClr val="FFFFFF"/>
            </a:solidFill>
            <a:prstDash val="solid"/>
          </a:ln>
        </p:spPr>
      </p:sp>
      <p:sp>
        <p:nvSpPr>
          <p:cNvPr id="41" name="Text 39"/>
          <p:cNvSpPr txBox="1"/>
          <p:nvPr/>
        </p:nvSpPr>
        <p:spPr>
          <a:xfrm>
            <a:off x="11048695" y="4709160"/>
            <a:ext cx="329184" cy="329184"/>
          </a:xfrm>
          <a:prstGeom prst="rect">
            <a:avLst/>
          </a:prstGeom>
          <a:noFill/>
          <a:ln/>
        </p:spPr>
        <p:txBody>
          <a:bodyPr wrap="square" lIns="0" tIns="0" rIns="0" bIns="0" rtlCol="0" anchor="ctr"/>
          <a:lstStyle/>
          <a:p>
            <a:pPr algn="ctr" indent="0" marL="0">
              <a:buNone/>
            </a:pPr>
            <a:r>
              <a:rPr lang="en-US" altLang="en-US" sz="1300" b="1" dirty="0">
                <a:solidFill>
                  <a:schemeClr val="tx1"/>
                </a:solidFill>
                <a:latin typeface="Arial" pitchFamily="34" charset="0"/>
                <a:ea typeface="Arial" pitchFamily="34" charset="-122"/>
                <a:cs typeface="Arial" pitchFamily="34" charset="-120"/>
              </a:rPr>
              <a:t>4</a:t>
            </a:r>
            <a:endParaRPr lang="en-US" sz="1300" dirty="0"/>
          </a:p>
        </p:txBody>
      </p:sp>
      <p:sp>
        <p:nvSpPr>
          <p:cNvPr id="42" name="Shape 40"/>
          <p:cNvSpPr/>
          <p:nvPr/>
        </p:nvSpPr>
        <p:spPr>
          <a:xfrm>
            <a:off x="560527" y="1508760"/>
            <a:ext cx="384048" cy="384048"/>
          </a:xfrm>
          <a:prstGeom prst="ellipse">
            <a:avLst/>
          </a:prstGeom>
          <a:solidFill>
            <a:schemeClr val="accent2"/>
          </a:solidFill>
          <a:ln w="19050">
            <a:solidFill>
              <a:srgbClr val="FFFFFF"/>
            </a:solidFill>
            <a:prstDash val="solid"/>
          </a:ln>
        </p:spPr>
      </p:sp>
      <p:sp>
        <p:nvSpPr>
          <p:cNvPr id="43" name="Text 41"/>
          <p:cNvSpPr txBox="1"/>
          <p:nvPr/>
        </p:nvSpPr>
        <p:spPr>
          <a:xfrm>
            <a:off x="560527" y="1508760"/>
            <a:ext cx="384048" cy="384048"/>
          </a:xfrm>
          <a:prstGeom prst="rect">
            <a:avLst/>
          </a:prstGeom>
          <a:noFill/>
          <a:ln/>
        </p:spPr>
        <p:txBody>
          <a:bodyPr wrap="square" lIns="0" tIns="0" rIns="0" bIns="0" rtlCol="0" anchor="ctr"/>
          <a:lstStyle/>
          <a:p>
            <a:pPr algn="ctr" indent="0" marL="0">
              <a:buNone/>
            </a:pPr>
            <a:r>
              <a:rPr lang="en-US" altLang="en-US" sz="1300" b="1" dirty="0">
                <a:solidFill>
                  <a:schemeClr val="tx1"/>
                </a:solidFill>
                <a:latin typeface="Arial" pitchFamily="34" charset="0"/>
                <a:ea typeface="Arial" pitchFamily="34" charset="-122"/>
                <a:cs typeface="Arial" pitchFamily="34" charset="-120"/>
              </a:rPr>
              <a:t>1</a:t>
            </a:r>
            <a:endParaRPr lang="en-US" sz="1300" dirty="0"/>
          </a:p>
        </p:txBody>
      </p:sp>
      <p:sp>
        <p:nvSpPr>
          <p:cNvPr id="44" name="Text 42"/>
          <p:cNvSpPr txBox="1"/>
          <p:nvPr/>
        </p:nvSpPr>
        <p:spPr>
          <a:xfrm>
            <a:off x="1036015" y="1463040"/>
            <a:ext cx="3840480" cy="384048"/>
          </a:xfrm>
          <a:prstGeom prst="rect">
            <a:avLst/>
          </a:prstGeom>
          <a:noFill/>
          <a:ln/>
        </p:spPr>
        <p:txBody>
          <a:bodyPr wrap="square" lIns="0" tIns="0" rIns="0" bIns="0" rtlCol="0" anchor="t"/>
          <a:lstStyle/>
          <a:p>
            <a:pPr algn="l" indent="0" marL="0">
              <a:buNone/>
            </a:pPr>
            <a:r>
              <a:rPr lang="en-US" altLang="en-US" sz="1600" b="1" dirty="0">
                <a:solidFill>
                  <a:schemeClr val="tx2"/>
                </a:solidFill>
                <a:latin typeface="Arial" pitchFamily="34" charset="0"/>
                <a:ea typeface="Arial" pitchFamily="34" charset="-122"/>
                <a:cs typeface="Arial" pitchFamily="34" charset="-120"/>
              </a:rPr>
              <a:t>Mark the correct answer</a:t>
            </a:r>
            <a:endParaRPr lang="en-US" sz="1600" dirty="0"/>
          </a:p>
        </p:txBody>
      </p:sp>
      <p:sp>
        <p:nvSpPr>
          <p:cNvPr id="45" name="Text 43"/>
          <p:cNvSpPr txBox="1"/>
          <p:nvPr/>
        </p:nvSpPr>
        <p:spPr>
          <a:xfrm>
            <a:off x="1036015" y="1865376"/>
            <a:ext cx="3840480" cy="41148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Tick the correct option</a:t>
            </a:r>
            <a:endParaRPr lang="en-US" sz="1400" dirty="0"/>
          </a:p>
        </p:txBody>
      </p:sp>
      <p:sp>
        <p:nvSpPr>
          <p:cNvPr id="46" name="Shape 44"/>
          <p:cNvSpPr/>
          <p:nvPr/>
        </p:nvSpPr>
        <p:spPr>
          <a:xfrm>
            <a:off x="560527" y="2441448"/>
            <a:ext cx="384048" cy="384048"/>
          </a:xfrm>
          <a:prstGeom prst="ellipse">
            <a:avLst/>
          </a:prstGeom>
          <a:solidFill>
            <a:schemeClr val="accent2"/>
          </a:solidFill>
          <a:ln w="19050">
            <a:solidFill>
              <a:srgbClr val="FFFFFF"/>
            </a:solidFill>
            <a:prstDash val="solid"/>
          </a:ln>
        </p:spPr>
      </p:sp>
      <p:sp>
        <p:nvSpPr>
          <p:cNvPr id="47" name="Text 45"/>
          <p:cNvSpPr txBox="1"/>
          <p:nvPr/>
        </p:nvSpPr>
        <p:spPr>
          <a:xfrm>
            <a:off x="560527" y="2441448"/>
            <a:ext cx="384048" cy="384048"/>
          </a:xfrm>
          <a:prstGeom prst="rect">
            <a:avLst/>
          </a:prstGeom>
          <a:noFill/>
          <a:ln/>
        </p:spPr>
        <p:txBody>
          <a:bodyPr wrap="square" lIns="0" tIns="0" rIns="0" bIns="0" rtlCol="0" anchor="ctr"/>
          <a:lstStyle/>
          <a:p>
            <a:pPr algn="ctr" indent="0" marL="0">
              <a:buNone/>
            </a:pPr>
            <a:r>
              <a:rPr lang="en-US" altLang="en-US" sz="1300" b="1" dirty="0">
                <a:solidFill>
                  <a:schemeClr val="tx1"/>
                </a:solidFill>
                <a:latin typeface="Arial" pitchFamily="34" charset="0"/>
                <a:ea typeface="Arial" pitchFamily="34" charset="-122"/>
                <a:cs typeface="Arial" pitchFamily="34" charset="-120"/>
              </a:rPr>
              <a:t>2</a:t>
            </a:r>
            <a:endParaRPr lang="en-US" sz="1300" dirty="0"/>
          </a:p>
        </p:txBody>
      </p:sp>
      <p:sp>
        <p:nvSpPr>
          <p:cNvPr id="48" name="Text 46"/>
          <p:cNvSpPr txBox="1"/>
          <p:nvPr/>
        </p:nvSpPr>
        <p:spPr>
          <a:xfrm>
            <a:off x="1036015" y="2395728"/>
            <a:ext cx="3840480" cy="384048"/>
          </a:xfrm>
          <a:prstGeom prst="rect">
            <a:avLst/>
          </a:prstGeom>
          <a:noFill/>
          <a:ln/>
        </p:spPr>
        <p:txBody>
          <a:bodyPr wrap="square" lIns="0" tIns="0" rIns="0" bIns="0" rtlCol="0" anchor="t"/>
          <a:lstStyle/>
          <a:p>
            <a:pPr algn="l" indent="0" marL="0">
              <a:buNone/>
            </a:pPr>
            <a:r>
              <a:rPr lang="en-US" altLang="en-US" sz="1600" b="1" dirty="0">
                <a:solidFill>
                  <a:schemeClr val="tx2"/>
                </a:solidFill>
                <a:latin typeface="Arial" pitchFamily="34" charset="0"/>
                <a:ea typeface="Arial" pitchFamily="34" charset="-122"/>
                <a:cs typeface="Arial" pitchFamily="34" charset="-120"/>
              </a:rPr>
              <a:t>Enter the points</a:t>
            </a:r>
            <a:endParaRPr lang="en-US" sz="1600" dirty="0"/>
          </a:p>
        </p:txBody>
      </p:sp>
      <p:sp>
        <p:nvSpPr>
          <p:cNvPr id="49" name="Text 47"/>
          <p:cNvSpPr txBox="1"/>
          <p:nvPr/>
        </p:nvSpPr>
        <p:spPr>
          <a:xfrm>
            <a:off x="1036015" y="2798064"/>
            <a:ext cx="3840480" cy="41148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Students see the points beside each question</a:t>
            </a:r>
            <a:endParaRPr lang="en-US" sz="1400" dirty="0"/>
          </a:p>
        </p:txBody>
      </p:sp>
      <p:sp>
        <p:nvSpPr>
          <p:cNvPr id="50" name="Shape 48"/>
          <p:cNvSpPr/>
          <p:nvPr/>
        </p:nvSpPr>
        <p:spPr>
          <a:xfrm>
            <a:off x="560527" y="3374136"/>
            <a:ext cx="384048" cy="384048"/>
          </a:xfrm>
          <a:prstGeom prst="ellipse">
            <a:avLst/>
          </a:prstGeom>
          <a:solidFill>
            <a:schemeClr val="accent2"/>
          </a:solidFill>
          <a:ln w="19050">
            <a:solidFill>
              <a:srgbClr val="FFFFFF"/>
            </a:solidFill>
            <a:prstDash val="solid"/>
          </a:ln>
        </p:spPr>
      </p:sp>
      <p:sp>
        <p:nvSpPr>
          <p:cNvPr id="51" name="Text 49"/>
          <p:cNvSpPr txBox="1"/>
          <p:nvPr/>
        </p:nvSpPr>
        <p:spPr>
          <a:xfrm>
            <a:off x="560527" y="3374136"/>
            <a:ext cx="384048" cy="384048"/>
          </a:xfrm>
          <a:prstGeom prst="rect">
            <a:avLst/>
          </a:prstGeom>
          <a:noFill/>
          <a:ln/>
        </p:spPr>
        <p:txBody>
          <a:bodyPr wrap="square" lIns="0" tIns="0" rIns="0" bIns="0" rtlCol="0" anchor="ctr"/>
          <a:lstStyle/>
          <a:p>
            <a:pPr algn="ctr" indent="0" marL="0">
              <a:buNone/>
            </a:pPr>
            <a:r>
              <a:rPr lang="en-US" altLang="en-US" sz="1300" b="1" dirty="0">
                <a:solidFill>
                  <a:schemeClr val="tx1"/>
                </a:solidFill>
                <a:latin typeface="Arial" pitchFamily="34" charset="0"/>
                <a:ea typeface="Arial" pitchFamily="34" charset="-122"/>
                <a:cs typeface="Arial" pitchFamily="34" charset="-120"/>
              </a:rPr>
              <a:t>3</a:t>
            </a:r>
            <a:endParaRPr lang="en-US" sz="1300" dirty="0"/>
          </a:p>
        </p:txBody>
      </p:sp>
      <p:sp>
        <p:nvSpPr>
          <p:cNvPr id="52" name="Text 50"/>
          <p:cNvSpPr txBox="1"/>
          <p:nvPr/>
        </p:nvSpPr>
        <p:spPr>
          <a:xfrm>
            <a:off x="1036015" y="3328416"/>
            <a:ext cx="3840480" cy="384048"/>
          </a:xfrm>
          <a:prstGeom prst="rect">
            <a:avLst/>
          </a:prstGeom>
          <a:noFill/>
          <a:ln/>
        </p:spPr>
        <p:txBody>
          <a:bodyPr wrap="square" lIns="0" tIns="0" rIns="0" bIns="0" rtlCol="0" anchor="t"/>
          <a:lstStyle/>
          <a:p>
            <a:pPr algn="l" indent="0" marL="0">
              <a:buNone/>
            </a:pPr>
            <a:r>
              <a:rPr lang="en-US" altLang="en-US" sz="1600" b="1" dirty="0">
                <a:solidFill>
                  <a:schemeClr val="tx2"/>
                </a:solidFill>
                <a:latin typeface="Arial" pitchFamily="34" charset="0"/>
                <a:ea typeface="Arial" pitchFamily="34" charset="-122"/>
                <a:cs typeface="Arial" pitchFamily="34" charset="-120"/>
              </a:rPr>
              <a:t>Turn on Required</a:t>
            </a:r>
            <a:endParaRPr lang="en-US" sz="1600" dirty="0"/>
          </a:p>
        </p:txBody>
      </p:sp>
      <p:sp>
        <p:nvSpPr>
          <p:cNvPr id="53" name="Text 51"/>
          <p:cNvSpPr txBox="1"/>
          <p:nvPr/>
        </p:nvSpPr>
        <p:spPr>
          <a:xfrm>
            <a:off x="1036015" y="3730752"/>
            <a:ext cx="3840480" cy="41148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For every assessed question</a:t>
            </a:r>
            <a:endParaRPr lang="en-US" sz="1400" dirty="0"/>
          </a:p>
        </p:txBody>
      </p:sp>
      <p:sp>
        <p:nvSpPr>
          <p:cNvPr id="54" name="Shape 52"/>
          <p:cNvSpPr/>
          <p:nvPr/>
        </p:nvSpPr>
        <p:spPr>
          <a:xfrm>
            <a:off x="560527" y="4306824"/>
            <a:ext cx="384048" cy="384048"/>
          </a:xfrm>
          <a:prstGeom prst="ellipse">
            <a:avLst/>
          </a:prstGeom>
          <a:solidFill>
            <a:schemeClr val="accent2"/>
          </a:solidFill>
          <a:ln w="19050">
            <a:solidFill>
              <a:srgbClr val="FFFFFF"/>
            </a:solidFill>
            <a:prstDash val="solid"/>
          </a:ln>
        </p:spPr>
      </p:sp>
      <p:sp>
        <p:nvSpPr>
          <p:cNvPr id="55" name="Text 53"/>
          <p:cNvSpPr txBox="1"/>
          <p:nvPr/>
        </p:nvSpPr>
        <p:spPr>
          <a:xfrm>
            <a:off x="560527" y="4306824"/>
            <a:ext cx="384048" cy="384048"/>
          </a:xfrm>
          <a:prstGeom prst="rect">
            <a:avLst/>
          </a:prstGeom>
          <a:noFill/>
          <a:ln/>
        </p:spPr>
        <p:txBody>
          <a:bodyPr wrap="square" lIns="0" tIns="0" rIns="0" bIns="0" rtlCol="0" anchor="ctr"/>
          <a:lstStyle/>
          <a:p>
            <a:pPr algn="ctr" indent="0" marL="0">
              <a:buNone/>
            </a:pPr>
            <a:r>
              <a:rPr lang="en-US" altLang="en-US" sz="1300" b="1" dirty="0">
                <a:solidFill>
                  <a:schemeClr val="tx1"/>
                </a:solidFill>
                <a:latin typeface="Arial" pitchFamily="34" charset="0"/>
                <a:ea typeface="Arial" pitchFamily="34" charset="-122"/>
                <a:cs typeface="Arial" pitchFamily="34" charset="-120"/>
              </a:rPr>
              <a:t>4</a:t>
            </a:r>
            <a:endParaRPr lang="en-US" sz="1300" dirty="0"/>
          </a:p>
        </p:txBody>
      </p:sp>
      <p:sp>
        <p:nvSpPr>
          <p:cNvPr id="56" name="Text 54"/>
          <p:cNvSpPr txBox="1"/>
          <p:nvPr/>
        </p:nvSpPr>
        <p:spPr>
          <a:xfrm>
            <a:off x="1036015" y="4261104"/>
            <a:ext cx="3840480" cy="384048"/>
          </a:xfrm>
          <a:prstGeom prst="rect">
            <a:avLst/>
          </a:prstGeom>
          <a:noFill/>
          <a:ln/>
        </p:spPr>
        <p:txBody>
          <a:bodyPr wrap="square" lIns="0" tIns="0" rIns="0" bIns="0" rtlCol="0" anchor="t"/>
          <a:lstStyle/>
          <a:p>
            <a:pPr algn="l" indent="0" marL="0">
              <a:buNone/>
            </a:pPr>
            <a:r>
              <a:rPr lang="en-US" altLang="en-US" sz="1600" b="1" dirty="0">
                <a:solidFill>
                  <a:schemeClr val="tx2"/>
                </a:solidFill>
                <a:latin typeface="Arial" pitchFamily="34" charset="0"/>
                <a:ea typeface="Arial" pitchFamily="34" charset="-122"/>
                <a:cs typeface="Arial" pitchFamily="34" charset="-120"/>
              </a:rPr>
              <a:t>Shuffle options from •••</a:t>
            </a:r>
            <a:endParaRPr lang="en-US" sz="1600" dirty="0"/>
          </a:p>
        </p:txBody>
      </p:sp>
      <p:sp>
        <p:nvSpPr>
          <p:cNvPr id="57" name="Text 55"/>
          <p:cNvSpPr txBox="1"/>
          <p:nvPr/>
        </p:nvSpPr>
        <p:spPr>
          <a:xfrm>
            <a:off x="1036015" y="4663440"/>
            <a:ext cx="3840480" cy="41148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Check options such as "All of the above"</a:t>
            </a:r>
            <a:endParaRPr lang="en-US" sz="1400" dirty="0"/>
          </a:p>
        </p:txBody>
      </p:sp>
      <p:sp>
        <p:nvSpPr>
          <p:cNvPr id="58" name="total-check"/>
          <p:cNvSpPr/>
          <p:nvPr/>
        </p:nvSpPr>
        <p:spPr>
          <a:xfrm>
            <a:off x="551383" y="5257800"/>
            <a:ext cx="4325112" cy="777240"/>
          </a:xfrm>
          <a:prstGeom prst="roundRect">
            <a:avLst>
              <a:gd name="adj" fmla="val 14118"/>
            </a:avLst>
          </a:prstGeom>
          <a:solidFill>
            <a:srgbClr val="FFF4D6"/>
          </a:solidFill>
          <a:ln/>
        </p:spPr>
      </p:sp>
      <p:pic>
        <p:nvPicPr>
          <p:cNvPr id="59" name="Image 0" descr="preencoded.png">    </p:cNvPr>
          <p:cNvPicPr>
            <a:picLocks noChangeAspect="1"/>
          </p:cNvPicPr>
          <p:nvPr/>
        </p:nvPicPr>
        <p:blipFill>
          <a:blip r:embed="rId1"/>
          <a:stretch>
            <a:fillRect/>
          </a:stretch>
        </p:blipFill>
        <p:spPr>
          <a:xfrm>
            <a:off x="688543" y="5468112"/>
            <a:ext cx="347472" cy="347472"/>
          </a:xfrm>
          <a:prstGeom prst="rect">
            <a:avLst/>
          </a:prstGeom>
        </p:spPr>
      </p:pic>
      <p:sp>
        <p:nvSpPr>
          <p:cNvPr id="60" name="Text 57"/>
          <p:cNvSpPr txBox="1"/>
          <p:nvPr/>
        </p:nvSpPr>
        <p:spPr>
          <a:xfrm>
            <a:off x="1127455" y="5257800"/>
            <a:ext cx="3611880" cy="777240"/>
          </a:xfrm>
          <a:prstGeom prst="rect">
            <a:avLst/>
          </a:prstGeom>
          <a:noFill/>
          <a:ln/>
        </p:spPr>
        <p:txBody>
          <a:bodyPr wrap="square" lIns="0" tIns="0" rIns="0" bIns="0" rtlCol="0" anchor="ctr"/>
          <a:lstStyle/>
          <a:p>
            <a:pPr algn="l" indent="0" marL="0">
              <a:buNone/>
            </a:pPr>
            <a:r>
              <a:rPr lang="en-US" altLang="en-US" sz="1400" b="1" dirty="0">
                <a:solidFill>
                  <a:schemeClr val="tx1"/>
                </a:solidFill>
                <a:latin typeface="Arial" pitchFamily="34" charset="0"/>
                <a:ea typeface="Arial" pitchFamily="34" charset="-122"/>
                <a:cs typeface="Arial" pitchFamily="34" charset="-120"/>
              </a:rPr>
              <a:t>Check that the points add up to the approved total</a:t>
            </a:r>
            <a:endParaRPr lang="en-US" sz="1400" dirty="0"/>
          </a:p>
        </p:txBody>
      </p:sp>
      <p:sp>
        <p:nvSpPr>
          <p:cNvPr id="61" name="Slide Number Placeholder 0"/>
          <p:cNvSpPr>
            <a:spLocks noGrp="1"/>
          </p:cNvSpPr>
          <p:nvPr>
            <p:ph type="sldNum" sz="quarter" idx="4294967295"/>
          </p:nvPr>
        </p:nvSpPr>
        <p:spPr>
          <a:xfrm>
            <a:off x="11201400" y="6419088"/>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6B7A8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1307592" y="347472"/>
            <a:ext cx="10332720" cy="777240"/>
          </a:xfrm>
          <a:prstGeom prst="rect">
            <a:avLst/>
          </a:prstGeom>
          <a:noFill/>
          <a:ln/>
        </p:spPr>
        <p:txBody>
          <a:bodyPr wrap="square" lIns="0" tIns="0" rIns="0" bIns="0" rtlCol="0" anchor="ctr"/>
          <a:lstStyle/>
          <a:p>
            <a:pPr algn="l" indent="0" marL="0">
              <a:buNone/>
            </a:pPr>
            <a:r>
              <a:rPr lang="en-US" altLang="en-US" sz="3000" b="1" dirty="0">
                <a:solidFill>
                  <a:schemeClr val="tx2"/>
                </a:solidFill>
              </a:rPr>
              <a:t>Review content quality before settings</a:t>
            </a:r>
            <a:endParaRPr lang="en-US" sz="3000" dirty="0"/>
          </a:p>
        </p:txBody>
      </p:sp>
      <p:sp>
        <p:nvSpPr>
          <p:cNvPr id="3" name="title-badge"/>
          <p:cNvSpPr/>
          <p:nvPr/>
        </p:nvSpPr>
        <p:spPr>
          <a:xfrm>
            <a:off x="505663" y="411480"/>
            <a:ext cx="640080" cy="640080"/>
          </a:xfrm>
          <a:prstGeom prst="ellipse">
            <a:avLst/>
          </a:prstGeom>
          <a:solidFill>
            <a:schemeClr val="accent1"/>
          </a:solidFill>
          <a:ln/>
        </p:spPr>
      </p:sp>
      <p:pic>
        <p:nvPicPr>
          <p:cNvPr id="4" name="Image 0" descr="preencoded.png">    </p:cNvPr>
          <p:cNvPicPr>
            <a:picLocks noChangeAspect="1"/>
          </p:cNvPicPr>
          <p:nvPr/>
        </p:nvPicPr>
        <p:blipFill>
          <a:blip r:embed="rId1"/>
          <a:stretch>
            <a:fillRect/>
          </a:stretch>
        </p:blipFill>
        <p:spPr>
          <a:xfrm>
            <a:off x="670255" y="576072"/>
            <a:ext cx="310896" cy="310896"/>
          </a:xfrm>
          <a:prstGeom prst="rect">
            <a:avLst/>
          </a:prstGeom>
        </p:spPr>
      </p:pic>
      <p:sp>
        <p:nvSpPr>
          <p:cNvPr id="5" name="quality-1"/>
          <p:cNvSpPr/>
          <p:nvPr/>
        </p:nvSpPr>
        <p:spPr>
          <a:xfrm>
            <a:off x="551383" y="1463040"/>
            <a:ext cx="3566160" cy="2148840"/>
          </a:xfrm>
          <a:prstGeom prst="roundRect">
            <a:avLst>
              <a:gd name="adj" fmla="val 5106"/>
            </a:avLst>
          </a:prstGeom>
          <a:solidFill>
            <a:schemeClr val="bg2"/>
          </a:solidFill>
          <a:ln/>
        </p:spPr>
      </p:sp>
      <p:sp>
        <p:nvSpPr>
          <p:cNvPr id="6" name="Shape 3"/>
          <p:cNvSpPr/>
          <p:nvPr/>
        </p:nvSpPr>
        <p:spPr>
          <a:xfrm>
            <a:off x="734263" y="1664208"/>
            <a:ext cx="502920" cy="502920"/>
          </a:xfrm>
          <a:prstGeom prst="ellipse">
            <a:avLst/>
          </a:prstGeom>
          <a:solidFill>
            <a:schemeClr val="accent1"/>
          </a:solidFill>
          <a:ln/>
        </p:spPr>
      </p:sp>
      <p:pic>
        <p:nvPicPr>
          <p:cNvPr id="7" name="Image 1" descr="preencoded.png">    </p:cNvPr>
          <p:cNvPicPr>
            <a:picLocks noChangeAspect="1"/>
          </p:cNvPicPr>
          <p:nvPr/>
        </p:nvPicPr>
        <p:blipFill>
          <a:blip r:embed="rId2"/>
          <a:stretch>
            <a:fillRect/>
          </a:stretch>
        </p:blipFill>
        <p:spPr>
          <a:xfrm>
            <a:off x="862279" y="1792224"/>
            <a:ext cx="246888" cy="246888"/>
          </a:xfrm>
          <a:prstGeom prst="rect">
            <a:avLst/>
          </a:prstGeom>
        </p:spPr>
      </p:pic>
      <p:sp>
        <p:nvSpPr>
          <p:cNvPr id="8" name="Text 4"/>
          <p:cNvSpPr txBox="1"/>
          <p:nvPr/>
        </p:nvSpPr>
        <p:spPr>
          <a:xfrm>
            <a:off x="1328623" y="1709928"/>
            <a:ext cx="2606040" cy="411480"/>
          </a:xfrm>
          <a:prstGeom prst="rect">
            <a:avLst/>
          </a:prstGeom>
          <a:noFill/>
          <a:ln/>
        </p:spPr>
        <p:txBody>
          <a:bodyPr wrap="square" lIns="0" tIns="0" rIns="0" bIns="0" rtlCol="0" anchor="t"/>
          <a:lstStyle/>
          <a:p>
            <a:pPr algn="l" indent="0" marL="0">
              <a:buNone/>
            </a:pPr>
            <a:r>
              <a:rPr lang="en-US" altLang="en-US" sz="1700" b="1" dirty="0">
                <a:solidFill>
                  <a:schemeClr val="tx2"/>
                </a:solidFill>
                <a:latin typeface="Arial" pitchFamily="34" charset="0"/>
                <a:ea typeface="Arial" pitchFamily="34" charset="-122"/>
                <a:cs typeface="Arial" pitchFamily="34" charset="-120"/>
              </a:rPr>
              <a:t>Scheme of Work</a:t>
            </a:r>
            <a:endParaRPr lang="en-US" sz="1700" dirty="0"/>
          </a:p>
        </p:txBody>
      </p:sp>
      <p:sp>
        <p:nvSpPr>
          <p:cNvPr id="9" name="Text 5"/>
          <p:cNvSpPr txBox="1"/>
          <p:nvPr/>
        </p:nvSpPr>
        <p:spPr>
          <a:xfrm>
            <a:off x="734263" y="2286000"/>
            <a:ext cx="3200400" cy="118872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Every question aligns with the approved Scheme of Work, outcomes and content taught by the test date</a:t>
            </a:r>
            <a:endParaRPr lang="en-US" sz="1400" dirty="0"/>
          </a:p>
        </p:txBody>
      </p:sp>
      <p:sp>
        <p:nvSpPr>
          <p:cNvPr id="10" name="quality-2"/>
          <p:cNvSpPr/>
          <p:nvPr/>
        </p:nvSpPr>
        <p:spPr>
          <a:xfrm>
            <a:off x="4314139" y="1463040"/>
            <a:ext cx="3566160" cy="2148840"/>
          </a:xfrm>
          <a:prstGeom prst="roundRect">
            <a:avLst>
              <a:gd name="adj" fmla="val 5106"/>
            </a:avLst>
          </a:prstGeom>
          <a:solidFill>
            <a:schemeClr val="bg2"/>
          </a:solidFill>
          <a:ln/>
        </p:spPr>
      </p:sp>
      <p:sp>
        <p:nvSpPr>
          <p:cNvPr id="11" name="Shape 7"/>
          <p:cNvSpPr/>
          <p:nvPr/>
        </p:nvSpPr>
        <p:spPr>
          <a:xfrm>
            <a:off x="4497019" y="1664208"/>
            <a:ext cx="502920" cy="502920"/>
          </a:xfrm>
          <a:prstGeom prst="ellipse">
            <a:avLst/>
          </a:prstGeom>
          <a:solidFill>
            <a:schemeClr val="accent1"/>
          </a:solidFill>
          <a:ln/>
        </p:spPr>
      </p:sp>
      <p:pic>
        <p:nvPicPr>
          <p:cNvPr id="12" name="Image 2" descr="preencoded.png">    </p:cNvPr>
          <p:cNvPicPr>
            <a:picLocks noChangeAspect="1"/>
          </p:cNvPicPr>
          <p:nvPr/>
        </p:nvPicPr>
        <p:blipFill>
          <a:blip r:embed="rId3"/>
          <a:stretch>
            <a:fillRect/>
          </a:stretch>
        </p:blipFill>
        <p:spPr>
          <a:xfrm>
            <a:off x="4625035" y="1792224"/>
            <a:ext cx="246888" cy="246888"/>
          </a:xfrm>
          <a:prstGeom prst="rect">
            <a:avLst/>
          </a:prstGeom>
        </p:spPr>
      </p:pic>
      <p:sp>
        <p:nvSpPr>
          <p:cNvPr id="13" name="Text 8"/>
          <p:cNvSpPr txBox="1"/>
          <p:nvPr/>
        </p:nvSpPr>
        <p:spPr>
          <a:xfrm>
            <a:off x="5091379" y="1709928"/>
            <a:ext cx="2606040" cy="411480"/>
          </a:xfrm>
          <a:prstGeom prst="rect">
            <a:avLst/>
          </a:prstGeom>
          <a:noFill/>
          <a:ln/>
        </p:spPr>
        <p:txBody>
          <a:bodyPr wrap="square" lIns="0" tIns="0" rIns="0" bIns="0" rtlCol="0" anchor="t"/>
          <a:lstStyle/>
          <a:p>
            <a:pPr algn="l" indent="0" marL="0">
              <a:buNone/>
            </a:pPr>
            <a:r>
              <a:rPr lang="en-US" altLang="en-US" sz="1700" b="1" dirty="0">
                <a:solidFill>
                  <a:schemeClr val="tx2"/>
                </a:solidFill>
                <a:latin typeface="Arial" pitchFamily="34" charset="0"/>
                <a:ea typeface="Arial" pitchFamily="34" charset="-122"/>
                <a:cs typeface="Arial" pitchFamily="34" charset="-120"/>
              </a:rPr>
              <a:t>Balanced levels</a:t>
            </a:r>
            <a:endParaRPr lang="en-US" sz="1700" dirty="0"/>
          </a:p>
        </p:txBody>
      </p:sp>
      <p:sp>
        <p:nvSpPr>
          <p:cNvPr id="14" name="Text 9"/>
          <p:cNvSpPr txBox="1"/>
          <p:nvPr/>
        </p:nvSpPr>
        <p:spPr>
          <a:xfrm>
            <a:off x="4497019" y="2286000"/>
            <a:ext cx="3200400" cy="118872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Knowledge, understanding, application and higher-order thinking for the subject and grade</a:t>
            </a:r>
            <a:endParaRPr lang="en-US" sz="1400" dirty="0"/>
          </a:p>
        </p:txBody>
      </p:sp>
      <p:sp>
        <p:nvSpPr>
          <p:cNvPr id="15" name="quality-3"/>
          <p:cNvSpPr/>
          <p:nvPr/>
        </p:nvSpPr>
        <p:spPr>
          <a:xfrm>
            <a:off x="8076895" y="1463040"/>
            <a:ext cx="3566160" cy="2148840"/>
          </a:xfrm>
          <a:prstGeom prst="roundRect">
            <a:avLst>
              <a:gd name="adj" fmla="val 5106"/>
            </a:avLst>
          </a:prstGeom>
          <a:solidFill>
            <a:schemeClr val="bg2"/>
          </a:solidFill>
          <a:ln/>
        </p:spPr>
      </p:sp>
      <p:sp>
        <p:nvSpPr>
          <p:cNvPr id="16" name="Shape 11"/>
          <p:cNvSpPr/>
          <p:nvPr/>
        </p:nvSpPr>
        <p:spPr>
          <a:xfrm>
            <a:off x="8259775" y="1664208"/>
            <a:ext cx="502920" cy="502920"/>
          </a:xfrm>
          <a:prstGeom prst="ellipse">
            <a:avLst/>
          </a:prstGeom>
          <a:solidFill>
            <a:schemeClr val="accent1"/>
          </a:solidFill>
          <a:ln/>
        </p:spPr>
      </p:sp>
      <p:pic>
        <p:nvPicPr>
          <p:cNvPr id="17" name="Image 3" descr="preencoded.png">    </p:cNvPr>
          <p:cNvPicPr>
            <a:picLocks noChangeAspect="1"/>
          </p:cNvPicPr>
          <p:nvPr/>
        </p:nvPicPr>
        <p:blipFill>
          <a:blip r:embed="rId4"/>
          <a:stretch>
            <a:fillRect/>
          </a:stretch>
        </p:blipFill>
        <p:spPr>
          <a:xfrm>
            <a:off x="8387791" y="1792224"/>
            <a:ext cx="246888" cy="246888"/>
          </a:xfrm>
          <a:prstGeom prst="rect">
            <a:avLst/>
          </a:prstGeom>
        </p:spPr>
      </p:pic>
      <p:sp>
        <p:nvSpPr>
          <p:cNvPr id="18" name="Text 12"/>
          <p:cNvSpPr txBox="1"/>
          <p:nvPr/>
        </p:nvSpPr>
        <p:spPr>
          <a:xfrm>
            <a:off x="8854135" y="1709928"/>
            <a:ext cx="2606040" cy="411480"/>
          </a:xfrm>
          <a:prstGeom prst="rect">
            <a:avLst/>
          </a:prstGeom>
          <a:noFill/>
          <a:ln/>
        </p:spPr>
        <p:txBody>
          <a:bodyPr wrap="square" lIns="0" tIns="0" rIns="0" bIns="0" rtlCol="0" anchor="t"/>
          <a:lstStyle/>
          <a:p>
            <a:pPr algn="l" indent="0" marL="0">
              <a:buNone/>
            </a:pPr>
            <a:r>
              <a:rPr lang="en-US" altLang="en-US" sz="1700" b="1" dirty="0">
                <a:solidFill>
                  <a:schemeClr val="tx2"/>
                </a:solidFill>
                <a:latin typeface="Arial" pitchFamily="34" charset="0"/>
                <a:ea typeface="Arial" pitchFamily="34" charset="-122"/>
                <a:cs typeface="Arial" pitchFamily="34" charset="-120"/>
              </a:rPr>
              <a:t>Clear wording</a:t>
            </a:r>
            <a:endParaRPr lang="en-US" sz="1700" dirty="0"/>
          </a:p>
        </p:txBody>
      </p:sp>
      <p:sp>
        <p:nvSpPr>
          <p:cNvPr id="19" name="Text 13"/>
          <p:cNvSpPr txBox="1"/>
          <p:nvPr/>
        </p:nvSpPr>
        <p:spPr>
          <a:xfrm>
            <a:off x="8259775" y="2286000"/>
            <a:ext cx="3200400" cy="118872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Age-appropriate; no ambiguity, tricky distractors, repeats or untaught material</a:t>
            </a:r>
            <a:endParaRPr lang="en-US" sz="1400" dirty="0"/>
          </a:p>
        </p:txBody>
      </p:sp>
      <p:sp>
        <p:nvSpPr>
          <p:cNvPr id="20" name="quality-4"/>
          <p:cNvSpPr/>
          <p:nvPr/>
        </p:nvSpPr>
        <p:spPr>
          <a:xfrm>
            <a:off x="551383" y="3840480"/>
            <a:ext cx="3566160" cy="2148840"/>
          </a:xfrm>
          <a:prstGeom prst="roundRect">
            <a:avLst>
              <a:gd name="adj" fmla="val 5106"/>
            </a:avLst>
          </a:prstGeom>
          <a:solidFill>
            <a:schemeClr val="bg2"/>
          </a:solidFill>
          <a:ln/>
        </p:spPr>
      </p:sp>
      <p:sp>
        <p:nvSpPr>
          <p:cNvPr id="21" name="Shape 15"/>
          <p:cNvSpPr/>
          <p:nvPr/>
        </p:nvSpPr>
        <p:spPr>
          <a:xfrm>
            <a:off x="734263" y="4041648"/>
            <a:ext cx="502920" cy="502920"/>
          </a:xfrm>
          <a:prstGeom prst="ellipse">
            <a:avLst/>
          </a:prstGeom>
          <a:solidFill>
            <a:schemeClr val="accent1"/>
          </a:solidFill>
          <a:ln/>
        </p:spPr>
      </p:sp>
      <p:pic>
        <p:nvPicPr>
          <p:cNvPr id="22" name="Image 4" descr="preencoded.png">    </p:cNvPr>
          <p:cNvPicPr>
            <a:picLocks noChangeAspect="1"/>
          </p:cNvPicPr>
          <p:nvPr/>
        </p:nvPicPr>
        <p:blipFill>
          <a:blip r:embed="rId5"/>
          <a:stretch>
            <a:fillRect/>
          </a:stretch>
        </p:blipFill>
        <p:spPr>
          <a:xfrm>
            <a:off x="862279" y="4169664"/>
            <a:ext cx="246888" cy="246888"/>
          </a:xfrm>
          <a:prstGeom prst="rect">
            <a:avLst/>
          </a:prstGeom>
        </p:spPr>
      </p:pic>
      <p:sp>
        <p:nvSpPr>
          <p:cNvPr id="23" name="Text 16"/>
          <p:cNvSpPr txBox="1"/>
          <p:nvPr/>
        </p:nvSpPr>
        <p:spPr>
          <a:xfrm>
            <a:off x="1328623" y="4087368"/>
            <a:ext cx="2606040" cy="411480"/>
          </a:xfrm>
          <a:prstGeom prst="rect">
            <a:avLst/>
          </a:prstGeom>
          <a:noFill/>
          <a:ln/>
        </p:spPr>
        <p:txBody>
          <a:bodyPr wrap="square" lIns="0" tIns="0" rIns="0" bIns="0" rtlCol="0" anchor="t"/>
          <a:lstStyle/>
          <a:p>
            <a:pPr algn="l" indent="0" marL="0">
              <a:buNone/>
            </a:pPr>
            <a:r>
              <a:rPr lang="en-US" altLang="en-US" sz="1700" b="1" dirty="0">
                <a:solidFill>
                  <a:schemeClr val="tx2"/>
                </a:solidFill>
                <a:latin typeface="Arial" pitchFamily="34" charset="0"/>
                <a:ea typeface="Arial" pitchFamily="34" charset="-122"/>
                <a:cs typeface="Arial" pitchFamily="34" charset="-120"/>
              </a:rPr>
              <a:t>Marks and timing</a:t>
            </a:r>
            <a:endParaRPr lang="en-US" sz="1700" dirty="0"/>
          </a:p>
        </p:txBody>
      </p:sp>
      <p:sp>
        <p:nvSpPr>
          <p:cNvPr id="24" name="Text 17"/>
          <p:cNvSpPr txBox="1"/>
          <p:nvPr/>
        </p:nvSpPr>
        <p:spPr>
          <a:xfrm>
            <a:off x="734263" y="4663440"/>
            <a:ext cx="3200400" cy="118872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Approved total and duration; every mark value shown and adding up correctly</a:t>
            </a:r>
            <a:endParaRPr lang="en-US" sz="1400" dirty="0"/>
          </a:p>
        </p:txBody>
      </p:sp>
      <p:sp>
        <p:nvSpPr>
          <p:cNvPr id="25" name="quality-5"/>
          <p:cNvSpPr/>
          <p:nvPr/>
        </p:nvSpPr>
        <p:spPr>
          <a:xfrm>
            <a:off x="4314139" y="3840480"/>
            <a:ext cx="3566160" cy="2148840"/>
          </a:xfrm>
          <a:prstGeom prst="roundRect">
            <a:avLst>
              <a:gd name="adj" fmla="val 5106"/>
            </a:avLst>
          </a:prstGeom>
          <a:solidFill>
            <a:schemeClr val="bg2"/>
          </a:solidFill>
          <a:ln/>
        </p:spPr>
      </p:sp>
      <p:sp>
        <p:nvSpPr>
          <p:cNvPr id="26" name="Shape 19"/>
          <p:cNvSpPr/>
          <p:nvPr/>
        </p:nvSpPr>
        <p:spPr>
          <a:xfrm>
            <a:off x="4497019" y="4041648"/>
            <a:ext cx="502920" cy="502920"/>
          </a:xfrm>
          <a:prstGeom prst="ellipse">
            <a:avLst/>
          </a:prstGeom>
          <a:solidFill>
            <a:schemeClr val="accent1"/>
          </a:solidFill>
          <a:ln/>
        </p:spPr>
      </p:sp>
      <p:pic>
        <p:nvPicPr>
          <p:cNvPr id="27" name="Image 5" descr="preencoded.png">    </p:cNvPr>
          <p:cNvPicPr>
            <a:picLocks noChangeAspect="1"/>
          </p:cNvPicPr>
          <p:nvPr/>
        </p:nvPicPr>
        <p:blipFill>
          <a:blip r:embed="rId6"/>
          <a:stretch>
            <a:fillRect/>
          </a:stretch>
        </p:blipFill>
        <p:spPr>
          <a:xfrm>
            <a:off x="4625035" y="4169664"/>
            <a:ext cx="246888" cy="246888"/>
          </a:xfrm>
          <a:prstGeom prst="rect">
            <a:avLst/>
          </a:prstGeom>
        </p:spPr>
      </p:pic>
      <p:sp>
        <p:nvSpPr>
          <p:cNvPr id="28" name="Text 20"/>
          <p:cNvSpPr txBox="1"/>
          <p:nvPr/>
        </p:nvSpPr>
        <p:spPr>
          <a:xfrm>
            <a:off x="5091379" y="4087368"/>
            <a:ext cx="2606040" cy="411480"/>
          </a:xfrm>
          <a:prstGeom prst="rect">
            <a:avLst/>
          </a:prstGeom>
          <a:noFill/>
          <a:ln/>
        </p:spPr>
        <p:txBody>
          <a:bodyPr wrap="square" lIns="0" tIns="0" rIns="0" bIns="0" rtlCol="0" anchor="t"/>
          <a:lstStyle/>
          <a:p>
            <a:pPr algn="l" indent="0" marL="0">
              <a:buNone/>
            </a:pPr>
            <a:r>
              <a:rPr lang="en-US" altLang="en-US" sz="1700" b="1" dirty="0">
                <a:solidFill>
                  <a:schemeClr val="tx2"/>
                </a:solidFill>
                <a:latin typeface="Arial" pitchFamily="34" charset="0"/>
                <a:ea typeface="Arial" pitchFamily="34" charset="-122"/>
                <a:cs typeface="Arial" pitchFamily="34" charset="-120"/>
              </a:rPr>
              <a:t>Proofreading</a:t>
            </a:r>
            <a:endParaRPr lang="en-US" sz="1700" dirty="0"/>
          </a:p>
        </p:txBody>
      </p:sp>
      <p:sp>
        <p:nvSpPr>
          <p:cNvPr id="29" name="Text 21"/>
          <p:cNvSpPr txBox="1"/>
          <p:nvPr/>
        </p:nvSpPr>
        <p:spPr>
          <a:xfrm>
            <a:off x="4497019" y="4663440"/>
            <a:ext cx="3200400" cy="118872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Spelling, grammar, terminology, formulas, diagrams and calculations</a:t>
            </a:r>
            <a:endParaRPr lang="en-US" sz="1400" dirty="0"/>
          </a:p>
        </p:txBody>
      </p:sp>
      <p:sp>
        <p:nvSpPr>
          <p:cNvPr id="30" name="quality-6"/>
          <p:cNvSpPr/>
          <p:nvPr/>
        </p:nvSpPr>
        <p:spPr>
          <a:xfrm>
            <a:off x="8076895" y="3840480"/>
            <a:ext cx="3566160" cy="2148840"/>
          </a:xfrm>
          <a:prstGeom prst="roundRect">
            <a:avLst>
              <a:gd name="adj" fmla="val 5106"/>
            </a:avLst>
          </a:prstGeom>
          <a:solidFill>
            <a:schemeClr val="bg2"/>
          </a:solidFill>
          <a:ln/>
        </p:spPr>
      </p:sp>
      <p:sp>
        <p:nvSpPr>
          <p:cNvPr id="31" name="Shape 23"/>
          <p:cNvSpPr/>
          <p:nvPr/>
        </p:nvSpPr>
        <p:spPr>
          <a:xfrm>
            <a:off x="8259775" y="4041648"/>
            <a:ext cx="502920" cy="502920"/>
          </a:xfrm>
          <a:prstGeom prst="ellipse">
            <a:avLst/>
          </a:prstGeom>
          <a:solidFill>
            <a:schemeClr val="accent1"/>
          </a:solidFill>
          <a:ln/>
        </p:spPr>
      </p:sp>
      <p:pic>
        <p:nvPicPr>
          <p:cNvPr id="32" name="Image 6" descr="preencoded.png">    </p:cNvPr>
          <p:cNvPicPr>
            <a:picLocks noChangeAspect="1"/>
          </p:cNvPicPr>
          <p:nvPr/>
        </p:nvPicPr>
        <p:blipFill>
          <a:blip r:embed="rId7"/>
          <a:stretch>
            <a:fillRect/>
          </a:stretch>
        </p:blipFill>
        <p:spPr>
          <a:xfrm>
            <a:off x="8387791" y="4169664"/>
            <a:ext cx="246888" cy="246888"/>
          </a:xfrm>
          <a:prstGeom prst="rect">
            <a:avLst/>
          </a:prstGeom>
        </p:spPr>
      </p:pic>
      <p:sp>
        <p:nvSpPr>
          <p:cNvPr id="33" name="Text 24"/>
          <p:cNvSpPr txBox="1"/>
          <p:nvPr/>
        </p:nvSpPr>
        <p:spPr>
          <a:xfrm>
            <a:off x="8854135" y="4087368"/>
            <a:ext cx="2606040" cy="411480"/>
          </a:xfrm>
          <a:prstGeom prst="rect">
            <a:avLst/>
          </a:prstGeom>
          <a:noFill/>
          <a:ln/>
        </p:spPr>
        <p:txBody>
          <a:bodyPr wrap="square" lIns="0" tIns="0" rIns="0" bIns="0" rtlCol="0" anchor="t"/>
          <a:lstStyle/>
          <a:p>
            <a:pPr algn="l" indent="0" marL="0">
              <a:buNone/>
            </a:pPr>
            <a:r>
              <a:rPr lang="en-US" altLang="en-US" sz="1700" b="1" dirty="0">
                <a:solidFill>
                  <a:schemeClr val="tx2"/>
                </a:solidFill>
                <a:latin typeface="Arial" pitchFamily="34" charset="0"/>
                <a:ea typeface="Arial" pitchFamily="34" charset="-122"/>
                <a:cs typeface="Arial" pitchFamily="34" charset="-120"/>
              </a:rPr>
              <a:t>Teacher coordination</a:t>
            </a:r>
            <a:endParaRPr lang="en-US" sz="1700" dirty="0"/>
          </a:p>
        </p:txBody>
      </p:sp>
      <p:sp>
        <p:nvSpPr>
          <p:cNvPr id="34" name="Text 25"/>
          <p:cNvSpPr txBox="1"/>
          <p:nvPr/>
        </p:nvSpPr>
        <p:spPr>
          <a:xfrm>
            <a:off x="8259775" y="4663440"/>
            <a:ext cx="3200400" cy="118872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Comparable coverage, standards and difficulty for the same subject and grade</a:t>
            </a:r>
            <a:endParaRPr lang="en-US" sz="1400" dirty="0"/>
          </a:p>
        </p:txBody>
      </p:sp>
      <p:sp>
        <p:nvSpPr>
          <p:cNvPr id="35" name="Slide Number Placeholder 0"/>
          <p:cNvSpPr>
            <a:spLocks noGrp="1"/>
          </p:cNvSpPr>
          <p:nvPr>
            <p:ph type="sldNum" sz="quarter" idx="4294967295"/>
          </p:nvPr>
        </p:nvSpPr>
        <p:spPr>
          <a:xfrm>
            <a:off x="11201400" y="6419088"/>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6B7A8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1307592" y="347472"/>
            <a:ext cx="10332720" cy="777240"/>
          </a:xfrm>
          <a:prstGeom prst="rect">
            <a:avLst/>
          </a:prstGeom>
          <a:noFill/>
          <a:ln/>
        </p:spPr>
        <p:txBody>
          <a:bodyPr wrap="square" lIns="0" tIns="0" rIns="0" bIns="0" rtlCol="0" anchor="ctr"/>
          <a:lstStyle/>
          <a:p>
            <a:pPr algn="l" indent="0" marL="0">
              <a:buNone/>
            </a:pPr>
            <a:r>
              <a:rPr lang="en-US" altLang="en-US" sz="3000" b="1" dirty="0">
                <a:solidFill>
                  <a:schemeClr val="tx2"/>
                </a:solidFill>
              </a:rPr>
              <a:t>Settings: who can respond</a:t>
            </a:r>
            <a:endParaRPr lang="en-US" sz="3000" dirty="0"/>
          </a:p>
        </p:txBody>
      </p:sp>
      <p:sp>
        <p:nvSpPr>
          <p:cNvPr id="3" name="title-badge"/>
          <p:cNvSpPr/>
          <p:nvPr/>
        </p:nvSpPr>
        <p:spPr>
          <a:xfrm>
            <a:off x="505663" y="411480"/>
            <a:ext cx="640080" cy="640080"/>
          </a:xfrm>
          <a:prstGeom prst="ellipse">
            <a:avLst/>
          </a:prstGeom>
          <a:solidFill>
            <a:schemeClr val="accent1"/>
          </a:solidFill>
          <a:ln/>
        </p:spPr>
      </p:sp>
      <p:sp>
        <p:nvSpPr>
          <p:cNvPr id="4" name="Text 2"/>
          <p:cNvSpPr txBox="1"/>
          <p:nvPr/>
        </p:nvSpPr>
        <p:spPr>
          <a:xfrm>
            <a:off x="505663" y="411480"/>
            <a:ext cx="640080" cy="640080"/>
          </a:xfrm>
          <a:prstGeom prst="rect">
            <a:avLst/>
          </a:prstGeom>
          <a:noFill/>
          <a:ln/>
        </p:spPr>
        <p:txBody>
          <a:bodyPr wrap="square" lIns="0" tIns="0" rIns="0" bIns="0" rtlCol="0" anchor="ctr"/>
          <a:lstStyle/>
          <a:p>
            <a:pPr algn="ctr" indent="0" marL="0">
              <a:buNone/>
            </a:pPr>
            <a:r>
              <a:rPr lang="en-US" altLang="en-US" sz="2400" b="1" dirty="0">
                <a:solidFill>
                  <a:schemeClr val="bg1"/>
                </a:solidFill>
                <a:latin typeface="Arial" pitchFamily="34" charset="0"/>
                <a:ea typeface="Arial" pitchFamily="34" charset="-122"/>
                <a:cs typeface="Arial" pitchFamily="34" charset="-120"/>
              </a:rPr>
              <a:t>5</a:t>
            </a:r>
            <a:endParaRPr lang="en-US" sz="2400" dirty="0"/>
          </a:p>
        </p:txBody>
      </p:sp>
      <p:sp>
        <p:nvSpPr>
          <p:cNvPr id="5" name="mock-window"/>
          <p:cNvSpPr/>
          <p:nvPr/>
        </p:nvSpPr>
        <p:spPr>
          <a:xfrm>
            <a:off x="5333695" y="1417320"/>
            <a:ext cx="6309360" cy="4617720"/>
          </a:xfrm>
          <a:prstGeom prst="roundRect">
            <a:avLst>
              <a:gd name="adj" fmla="val 1980"/>
            </a:avLst>
          </a:prstGeom>
          <a:solidFill>
            <a:srgbClr val="FFFFFF"/>
          </a:solidFill>
          <a:ln w="12700">
            <a:solidFill>
              <a:srgbClr val="D6DCE0"/>
            </a:solidFill>
            <a:prstDash val="solid"/>
          </a:ln>
          <a:effectLst>
            <a:outerShdw sx="100000" sy="100000" kx="0" ky="0" algn="bl" rotWithShape="0" blurRad="76200" dist="25400" dir="5400000">
              <a:srgbClr val="000000">
                <a:alpha val="14000"/>
              </a:srgbClr>
            </a:outerShdw>
          </a:effectLst>
        </p:spPr>
      </p:sp>
      <p:sp>
        <p:nvSpPr>
          <p:cNvPr id="6" name="Shape 4"/>
          <p:cNvSpPr/>
          <p:nvPr/>
        </p:nvSpPr>
        <p:spPr>
          <a:xfrm>
            <a:off x="5351983" y="1435608"/>
            <a:ext cx="6272784" cy="365760"/>
          </a:xfrm>
          <a:prstGeom prst="rect">
            <a:avLst/>
          </a:prstGeom>
          <a:solidFill>
            <a:srgbClr val="F3F2F1"/>
          </a:solidFill>
          <a:ln/>
        </p:spPr>
      </p:sp>
      <p:sp>
        <p:nvSpPr>
          <p:cNvPr id="7" name="Text 5"/>
          <p:cNvSpPr txBox="1"/>
          <p:nvPr/>
        </p:nvSpPr>
        <p:spPr>
          <a:xfrm>
            <a:off x="5470855" y="1435608"/>
            <a:ext cx="6035040" cy="365760"/>
          </a:xfrm>
          <a:prstGeom prst="rect">
            <a:avLst/>
          </a:prstGeom>
          <a:noFill/>
          <a:ln/>
        </p:spPr>
        <p:txBody>
          <a:bodyPr wrap="square" lIns="0" tIns="0" rIns="0" bIns="0" rtlCol="0" anchor="ctr"/>
          <a:lstStyle/>
          <a:p>
            <a:pPr algn="l" indent="0" marL="0">
              <a:buNone/>
            </a:pPr>
            <a:r>
              <a:rPr lang="en-US" altLang="en-US" sz="1200" b="1" dirty="0">
                <a:solidFill>
                  <a:srgbClr val="323130"/>
                </a:solidFill>
                <a:latin typeface="Arial" pitchFamily="34" charset="0"/>
                <a:ea typeface="Arial" pitchFamily="34" charset="-122"/>
                <a:cs typeface="Arial" pitchFamily="34" charset="-120"/>
              </a:rPr>
              <a:t>Settings</a:t>
            </a:r>
            <a:endParaRPr lang="en-US" sz="1200" dirty="0"/>
          </a:p>
        </p:txBody>
      </p:sp>
      <p:sp>
        <p:nvSpPr>
          <p:cNvPr id="8" name="Text 6"/>
          <p:cNvSpPr txBox="1"/>
          <p:nvPr/>
        </p:nvSpPr>
        <p:spPr>
          <a:xfrm>
            <a:off x="9905695" y="1435608"/>
            <a:ext cx="1645920" cy="365760"/>
          </a:xfrm>
          <a:prstGeom prst="rect">
            <a:avLst/>
          </a:prstGeom>
          <a:noFill/>
          <a:ln/>
        </p:spPr>
        <p:txBody>
          <a:bodyPr wrap="square" lIns="0" tIns="0" rIns="0" bIns="0" rtlCol="0" anchor="ctr"/>
          <a:lstStyle/>
          <a:p>
            <a:pPr algn="r" indent="0" marL="0">
              <a:buNone/>
            </a:pPr>
            <a:r>
              <a:rPr lang="en-US" altLang="en-US" sz="1100" dirty="0">
                <a:solidFill>
                  <a:srgbClr val="605E5C"/>
                </a:solidFill>
                <a:latin typeface="Arial" pitchFamily="34" charset="0"/>
                <a:ea typeface="Arial" pitchFamily="34" charset="-122"/>
                <a:cs typeface="Arial" pitchFamily="34" charset="-120"/>
              </a:rPr>
              <a:t>•••  ›  Settings</a:t>
            </a:r>
            <a:endParaRPr lang="en-US" sz="1100" dirty="0"/>
          </a:p>
        </p:txBody>
      </p:sp>
      <p:sp>
        <p:nvSpPr>
          <p:cNvPr id="9" name="Text 7"/>
          <p:cNvSpPr txBox="1"/>
          <p:nvPr/>
        </p:nvSpPr>
        <p:spPr>
          <a:xfrm>
            <a:off x="5608015" y="1965960"/>
            <a:ext cx="4572000" cy="365760"/>
          </a:xfrm>
          <a:prstGeom prst="rect">
            <a:avLst/>
          </a:prstGeom>
          <a:noFill/>
          <a:ln/>
        </p:spPr>
        <p:txBody>
          <a:bodyPr wrap="square" lIns="0" tIns="0" rIns="0" bIns="0" rtlCol="0" anchor="ctr"/>
          <a:lstStyle/>
          <a:p>
            <a:pPr algn="l" indent="0" marL="0">
              <a:buNone/>
            </a:pPr>
            <a:r>
              <a:rPr lang="en-US" altLang="en-US" sz="1400" b="1" dirty="0">
                <a:solidFill>
                  <a:srgbClr val="323130"/>
                </a:solidFill>
                <a:latin typeface="Arial" pitchFamily="34" charset="0"/>
                <a:ea typeface="Arial" pitchFamily="34" charset="-122"/>
                <a:cs typeface="Arial" pitchFamily="34" charset="-120"/>
              </a:rPr>
              <a:t>Who can fill out this form</a:t>
            </a:r>
            <a:endParaRPr lang="en-US" sz="1400" dirty="0"/>
          </a:p>
        </p:txBody>
      </p:sp>
      <p:sp>
        <p:nvSpPr>
          <p:cNvPr id="10" name="Shape 8"/>
          <p:cNvSpPr/>
          <p:nvPr/>
        </p:nvSpPr>
        <p:spPr>
          <a:xfrm>
            <a:off x="5653735" y="2514600"/>
            <a:ext cx="201168" cy="201168"/>
          </a:xfrm>
          <a:prstGeom prst="ellipse">
            <a:avLst/>
          </a:prstGeom>
          <a:solidFill>
            <a:srgbClr val="FFFFFF"/>
          </a:solidFill>
          <a:ln w="15875">
            <a:solidFill>
              <a:srgbClr val="8A8886"/>
            </a:solidFill>
            <a:prstDash val="solid"/>
          </a:ln>
        </p:spPr>
      </p:sp>
      <p:sp>
        <p:nvSpPr>
          <p:cNvPr id="11" name="Text 9"/>
          <p:cNvSpPr txBox="1"/>
          <p:nvPr/>
        </p:nvSpPr>
        <p:spPr>
          <a:xfrm>
            <a:off x="5973775" y="2450592"/>
            <a:ext cx="3657600" cy="329184"/>
          </a:xfrm>
          <a:prstGeom prst="rect">
            <a:avLst/>
          </a:prstGeom>
          <a:noFill/>
          <a:ln/>
        </p:spPr>
        <p:txBody>
          <a:bodyPr wrap="square" lIns="0" tIns="0" rIns="0" bIns="0" rtlCol="0" anchor="ctr"/>
          <a:lstStyle/>
          <a:p>
            <a:pPr algn="l" indent="0" marL="0">
              <a:buNone/>
            </a:pPr>
            <a:r>
              <a:rPr lang="en-US" altLang="en-US" sz="1300" dirty="0">
                <a:solidFill>
                  <a:srgbClr val="605E5C"/>
                </a:solidFill>
                <a:latin typeface="Arial" pitchFamily="34" charset="0"/>
                <a:ea typeface="Arial" pitchFamily="34" charset="-122"/>
                <a:cs typeface="Arial" pitchFamily="34" charset="-120"/>
              </a:rPr>
              <a:t>Anyone can respond</a:t>
            </a:r>
            <a:endParaRPr lang="en-US" sz="1300" dirty="0"/>
          </a:p>
        </p:txBody>
      </p:sp>
      <p:sp>
        <p:nvSpPr>
          <p:cNvPr id="12" name="Shape 10"/>
          <p:cNvSpPr/>
          <p:nvPr/>
        </p:nvSpPr>
        <p:spPr>
          <a:xfrm>
            <a:off x="5653735" y="2971800"/>
            <a:ext cx="201168" cy="201168"/>
          </a:xfrm>
          <a:prstGeom prst="ellipse">
            <a:avLst/>
          </a:prstGeom>
          <a:solidFill>
            <a:srgbClr val="FFFFFF"/>
          </a:solidFill>
          <a:ln w="15875">
            <a:solidFill>
              <a:srgbClr val="03787C"/>
            </a:solidFill>
            <a:prstDash val="solid"/>
          </a:ln>
        </p:spPr>
      </p:sp>
      <p:sp>
        <p:nvSpPr>
          <p:cNvPr id="13" name="Shape 11"/>
          <p:cNvSpPr/>
          <p:nvPr/>
        </p:nvSpPr>
        <p:spPr>
          <a:xfrm>
            <a:off x="5704027" y="3022092"/>
            <a:ext cx="100584" cy="100584"/>
          </a:xfrm>
          <a:prstGeom prst="ellipse">
            <a:avLst/>
          </a:prstGeom>
          <a:solidFill>
            <a:srgbClr val="03787C"/>
          </a:solidFill>
          <a:ln/>
        </p:spPr>
      </p:sp>
      <p:sp>
        <p:nvSpPr>
          <p:cNvPr id="14" name="Text 12"/>
          <p:cNvSpPr txBox="1"/>
          <p:nvPr/>
        </p:nvSpPr>
        <p:spPr>
          <a:xfrm>
            <a:off x="5973775" y="2907792"/>
            <a:ext cx="4572000" cy="329184"/>
          </a:xfrm>
          <a:prstGeom prst="rect">
            <a:avLst/>
          </a:prstGeom>
          <a:noFill/>
          <a:ln/>
        </p:spPr>
        <p:txBody>
          <a:bodyPr wrap="square" lIns="0" tIns="0" rIns="0" bIns="0" rtlCol="0" anchor="ctr"/>
          <a:lstStyle/>
          <a:p>
            <a:pPr algn="l" indent="0" marL="0">
              <a:buNone/>
            </a:pPr>
            <a:r>
              <a:rPr lang="en-US" altLang="en-US" sz="1300" b="1" dirty="0">
                <a:solidFill>
                  <a:srgbClr val="0B4F52"/>
                </a:solidFill>
                <a:latin typeface="Arial" pitchFamily="34" charset="0"/>
                <a:ea typeface="Arial" pitchFamily="34" charset="-122"/>
                <a:cs typeface="Arial" pitchFamily="34" charset="-120"/>
              </a:rPr>
              <a:t>Only people in my organization can respond</a:t>
            </a:r>
            <a:endParaRPr lang="en-US" sz="1300" dirty="0"/>
          </a:p>
        </p:txBody>
      </p:sp>
      <p:sp>
        <p:nvSpPr>
          <p:cNvPr id="15" name="highlight"/>
          <p:cNvSpPr/>
          <p:nvPr/>
        </p:nvSpPr>
        <p:spPr>
          <a:xfrm>
            <a:off x="5562295" y="2852928"/>
            <a:ext cx="5394960" cy="438912"/>
          </a:xfrm>
          <a:prstGeom prst="roundRect">
            <a:avLst>
              <a:gd name="adj" fmla="val 12500"/>
            </a:avLst>
          </a:prstGeom>
          <a:ln w="31750">
            <a:solidFill>
              <a:srgbClr val="F2A900"/>
            </a:solidFill>
            <a:prstDash val="solid"/>
          </a:ln>
        </p:spPr>
      </p:sp>
      <p:sp>
        <p:nvSpPr>
          <p:cNvPr id="16" name="Shape 14"/>
          <p:cNvSpPr/>
          <p:nvPr/>
        </p:nvSpPr>
        <p:spPr>
          <a:xfrm>
            <a:off x="11048695" y="2880360"/>
            <a:ext cx="365760" cy="365760"/>
          </a:xfrm>
          <a:prstGeom prst="ellipse">
            <a:avLst/>
          </a:prstGeom>
          <a:solidFill>
            <a:schemeClr val="accent2"/>
          </a:solidFill>
          <a:ln w="19050">
            <a:solidFill>
              <a:srgbClr val="FFFFFF"/>
            </a:solidFill>
            <a:prstDash val="solid"/>
          </a:ln>
        </p:spPr>
      </p:sp>
      <p:sp>
        <p:nvSpPr>
          <p:cNvPr id="17" name="Text 15"/>
          <p:cNvSpPr txBox="1"/>
          <p:nvPr/>
        </p:nvSpPr>
        <p:spPr>
          <a:xfrm>
            <a:off x="11048695" y="2880360"/>
            <a:ext cx="365760" cy="365760"/>
          </a:xfrm>
          <a:prstGeom prst="rect">
            <a:avLst/>
          </a:prstGeom>
          <a:noFill/>
          <a:ln/>
        </p:spPr>
        <p:txBody>
          <a:bodyPr wrap="square" lIns="0" tIns="0" rIns="0" bIns="0" rtlCol="0" anchor="ctr"/>
          <a:lstStyle/>
          <a:p>
            <a:pPr algn="ctr" indent="0" marL="0">
              <a:buNone/>
            </a:pPr>
            <a:r>
              <a:rPr lang="en-US" altLang="en-US" sz="1300" b="1" dirty="0">
                <a:solidFill>
                  <a:schemeClr val="tx1"/>
                </a:solidFill>
                <a:latin typeface="Arial" pitchFamily="34" charset="0"/>
                <a:ea typeface="Arial" pitchFamily="34" charset="-122"/>
                <a:cs typeface="Arial" pitchFamily="34" charset="-120"/>
              </a:rPr>
              <a:t>1</a:t>
            </a:r>
            <a:endParaRPr lang="en-US" sz="1300" dirty="0"/>
          </a:p>
        </p:txBody>
      </p:sp>
      <p:sp>
        <p:nvSpPr>
          <p:cNvPr id="18" name="Shape 16"/>
          <p:cNvSpPr/>
          <p:nvPr/>
        </p:nvSpPr>
        <p:spPr>
          <a:xfrm>
            <a:off x="6065215" y="3474720"/>
            <a:ext cx="201168" cy="201168"/>
          </a:xfrm>
          <a:prstGeom prst="roundRect">
            <a:avLst>
              <a:gd name="adj" fmla="val 13636"/>
            </a:avLst>
          </a:prstGeom>
          <a:solidFill>
            <a:srgbClr val="03787C"/>
          </a:solidFill>
          <a:ln w="12700">
            <a:solidFill>
              <a:srgbClr val="03787C"/>
            </a:solidFill>
            <a:prstDash val="solid"/>
          </a:ln>
        </p:spPr>
      </p:sp>
      <p:sp>
        <p:nvSpPr>
          <p:cNvPr id="19" name="Text 17"/>
          <p:cNvSpPr txBox="1"/>
          <p:nvPr/>
        </p:nvSpPr>
        <p:spPr>
          <a:xfrm>
            <a:off x="6065215" y="3474720"/>
            <a:ext cx="201168" cy="201168"/>
          </a:xfrm>
          <a:prstGeom prst="rect">
            <a:avLst/>
          </a:prstGeom>
          <a:noFill/>
          <a:ln/>
        </p:spPr>
        <p:txBody>
          <a:bodyPr wrap="square" lIns="0" tIns="0" rIns="0" bIns="0" rtlCol="0" anchor="ctr"/>
          <a:lstStyle/>
          <a:p>
            <a:pPr algn="ctr" indent="0" marL="0">
              <a:buNone/>
            </a:pPr>
            <a:r>
              <a:rPr lang="en-US" alt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20" name="Text 18"/>
          <p:cNvSpPr txBox="1"/>
          <p:nvPr/>
        </p:nvSpPr>
        <p:spPr>
          <a:xfrm>
            <a:off x="6385255" y="3410712"/>
            <a:ext cx="2743200" cy="329184"/>
          </a:xfrm>
          <a:prstGeom prst="rect">
            <a:avLst/>
          </a:prstGeom>
          <a:noFill/>
          <a:ln/>
        </p:spPr>
        <p:txBody>
          <a:bodyPr wrap="square" lIns="0" tIns="0" rIns="0" bIns="0" rtlCol="0" anchor="ctr"/>
          <a:lstStyle/>
          <a:p>
            <a:pPr algn="l" indent="0" marL="0">
              <a:buNone/>
            </a:pPr>
            <a:r>
              <a:rPr lang="en-US" altLang="en-US" sz="1300" dirty="0">
                <a:solidFill>
                  <a:srgbClr val="323130"/>
                </a:solidFill>
                <a:latin typeface="Arial" pitchFamily="34" charset="0"/>
                <a:ea typeface="Arial" pitchFamily="34" charset="-122"/>
                <a:cs typeface="Arial" pitchFamily="34" charset="-120"/>
              </a:rPr>
              <a:t>Record name</a:t>
            </a:r>
            <a:endParaRPr lang="en-US" sz="1300" dirty="0"/>
          </a:p>
        </p:txBody>
      </p:sp>
      <p:sp>
        <p:nvSpPr>
          <p:cNvPr id="21" name="Shape 19"/>
          <p:cNvSpPr/>
          <p:nvPr/>
        </p:nvSpPr>
        <p:spPr>
          <a:xfrm>
            <a:off x="7894015" y="3401568"/>
            <a:ext cx="347472" cy="347472"/>
          </a:xfrm>
          <a:prstGeom prst="ellipse">
            <a:avLst/>
          </a:prstGeom>
          <a:solidFill>
            <a:schemeClr val="accent2"/>
          </a:solidFill>
          <a:ln w="19050">
            <a:solidFill>
              <a:srgbClr val="FFFFFF"/>
            </a:solidFill>
            <a:prstDash val="solid"/>
          </a:ln>
        </p:spPr>
      </p:sp>
      <p:sp>
        <p:nvSpPr>
          <p:cNvPr id="22" name="Text 20"/>
          <p:cNvSpPr txBox="1"/>
          <p:nvPr/>
        </p:nvSpPr>
        <p:spPr>
          <a:xfrm>
            <a:off x="7894015" y="3401568"/>
            <a:ext cx="347472" cy="347472"/>
          </a:xfrm>
          <a:prstGeom prst="rect">
            <a:avLst/>
          </a:prstGeom>
          <a:noFill/>
          <a:ln/>
        </p:spPr>
        <p:txBody>
          <a:bodyPr wrap="square" lIns="0" tIns="0" rIns="0" bIns="0" rtlCol="0" anchor="ctr"/>
          <a:lstStyle/>
          <a:p>
            <a:pPr algn="ctr" indent="0" marL="0">
              <a:buNone/>
            </a:pPr>
            <a:r>
              <a:rPr lang="en-US" altLang="en-US" sz="1300" b="1" dirty="0">
                <a:solidFill>
                  <a:schemeClr val="tx1"/>
                </a:solidFill>
                <a:latin typeface="Arial" pitchFamily="34" charset="0"/>
                <a:ea typeface="Arial" pitchFamily="34" charset="-122"/>
                <a:cs typeface="Arial" pitchFamily="34" charset="-120"/>
              </a:rPr>
              <a:t>2</a:t>
            </a:r>
            <a:endParaRPr lang="en-US" sz="1300" dirty="0"/>
          </a:p>
        </p:txBody>
      </p:sp>
      <p:sp>
        <p:nvSpPr>
          <p:cNvPr id="23" name="Shape 21"/>
          <p:cNvSpPr/>
          <p:nvPr/>
        </p:nvSpPr>
        <p:spPr>
          <a:xfrm>
            <a:off x="6065215" y="3931920"/>
            <a:ext cx="201168" cy="201168"/>
          </a:xfrm>
          <a:prstGeom prst="roundRect">
            <a:avLst>
              <a:gd name="adj" fmla="val 13636"/>
            </a:avLst>
          </a:prstGeom>
          <a:solidFill>
            <a:srgbClr val="03787C"/>
          </a:solidFill>
          <a:ln w="12700">
            <a:solidFill>
              <a:srgbClr val="03787C"/>
            </a:solidFill>
            <a:prstDash val="solid"/>
          </a:ln>
        </p:spPr>
      </p:sp>
      <p:sp>
        <p:nvSpPr>
          <p:cNvPr id="24" name="Text 22"/>
          <p:cNvSpPr txBox="1"/>
          <p:nvPr/>
        </p:nvSpPr>
        <p:spPr>
          <a:xfrm>
            <a:off x="6065215" y="3931920"/>
            <a:ext cx="201168" cy="201168"/>
          </a:xfrm>
          <a:prstGeom prst="rect">
            <a:avLst/>
          </a:prstGeom>
          <a:noFill/>
          <a:ln/>
        </p:spPr>
        <p:txBody>
          <a:bodyPr wrap="square" lIns="0" tIns="0" rIns="0" bIns="0" rtlCol="0" anchor="ctr"/>
          <a:lstStyle/>
          <a:p>
            <a:pPr algn="ctr" indent="0" marL="0">
              <a:buNone/>
            </a:pPr>
            <a:r>
              <a:rPr lang="en-US" alt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25" name="Text 23"/>
          <p:cNvSpPr txBox="1"/>
          <p:nvPr/>
        </p:nvSpPr>
        <p:spPr>
          <a:xfrm>
            <a:off x="6385255" y="3867912"/>
            <a:ext cx="2743200" cy="329184"/>
          </a:xfrm>
          <a:prstGeom prst="rect">
            <a:avLst/>
          </a:prstGeom>
          <a:noFill/>
          <a:ln/>
        </p:spPr>
        <p:txBody>
          <a:bodyPr wrap="square" lIns="0" tIns="0" rIns="0" bIns="0" rtlCol="0" anchor="ctr"/>
          <a:lstStyle/>
          <a:p>
            <a:pPr algn="l" indent="0" marL="0">
              <a:buNone/>
            </a:pPr>
            <a:r>
              <a:rPr lang="en-US" altLang="en-US" sz="1300" dirty="0">
                <a:solidFill>
                  <a:srgbClr val="323130"/>
                </a:solidFill>
                <a:latin typeface="Arial" pitchFamily="34" charset="0"/>
                <a:ea typeface="Arial" pitchFamily="34" charset="-122"/>
                <a:cs typeface="Arial" pitchFamily="34" charset="-120"/>
              </a:rPr>
              <a:t>One response per person</a:t>
            </a:r>
            <a:endParaRPr lang="en-US" sz="1300" dirty="0"/>
          </a:p>
        </p:txBody>
      </p:sp>
      <p:sp>
        <p:nvSpPr>
          <p:cNvPr id="26" name="Shape 24"/>
          <p:cNvSpPr/>
          <p:nvPr/>
        </p:nvSpPr>
        <p:spPr>
          <a:xfrm>
            <a:off x="8762695" y="3858768"/>
            <a:ext cx="347472" cy="347472"/>
          </a:xfrm>
          <a:prstGeom prst="ellipse">
            <a:avLst/>
          </a:prstGeom>
          <a:solidFill>
            <a:schemeClr val="accent2"/>
          </a:solidFill>
          <a:ln w="19050">
            <a:solidFill>
              <a:srgbClr val="FFFFFF"/>
            </a:solidFill>
            <a:prstDash val="solid"/>
          </a:ln>
        </p:spPr>
      </p:sp>
      <p:sp>
        <p:nvSpPr>
          <p:cNvPr id="27" name="Text 25"/>
          <p:cNvSpPr txBox="1"/>
          <p:nvPr/>
        </p:nvSpPr>
        <p:spPr>
          <a:xfrm>
            <a:off x="8762695" y="3858768"/>
            <a:ext cx="347472" cy="347472"/>
          </a:xfrm>
          <a:prstGeom prst="rect">
            <a:avLst/>
          </a:prstGeom>
          <a:noFill/>
          <a:ln/>
        </p:spPr>
        <p:txBody>
          <a:bodyPr wrap="square" lIns="0" tIns="0" rIns="0" bIns="0" rtlCol="0" anchor="ctr"/>
          <a:lstStyle/>
          <a:p>
            <a:pPr algn="ctr" indent="0" marL="0">
              <a:buNone/>
            </a:pPr>
            <a:r>
              <a:rPr lang="en-US" altLang="en-US" sz="1300" b="1" dirty="0">
                <a:solidFill>
                  <a:schemeClr val="tx1"/>
                </a:solidFill>
                <a:latin typeface="Arial" pitchFamily="34" charset="0"/>
                <a:ea typeface="Arial" pitchFamily="34" charset="-122"/>
                <a:cs typeface="Arial" pitchFamily="34" charset="-120"/>
              </a:rPr>
              <a:t>3</a:t>
            </a:r>
            <a:endParaRPr lang="en-US" sz="1300" dirty="0"/>
          </a:p>
        </p:txBody>
      </p:sp>
      <p:sp>
        <p:nvSpPr>
          <p:cNvPr id="28" name="Shape 26"/>
          <p:cNvSpPr/>
          <p:nvPr/>
        </p:nvSpPr>
        <p:spPr>
          <a:xfrm>
            <a:off x="5653735" y="4434840"/>
            <a:ext cx="201168" cy="201168"/>
          </a:xfrm>
          <a:prstGeom prst="ellipse">
            <a:avLst/>
          </a:prstGeom>
          <a:solidFill>
            <a:srgbClr val="FFFFFF"/>
          </a:solidFill>
          <a:ln w="15875">
            <a:solidFill>
              <a:srgbClr val="8A8886"/>
            </a:solidFill>
            <a:prstDash val="solid"/>
          </a:ln>
        </p:spPr>
      </p:sp>
      <p:sp>
        <p:nvSpPr>
          <p:cNvPr id="29" name="Text 27"/>
          <p:cNvSpPr txBox="1"/>
          <p:nvPr/>
        </p:nvSpPr>
        <p:spPr>
          <a:xfrm>
            <a:off x="5973775" y="4370832"/>
            <a:ext cx="4572000" cy="329184"/>
          </a:xfrm>
          <a:prstGeom prst="rect">
            <a:avLst/>
          </a:prstGeom>
          <a:noFill/>
          <a:ln/>
        </p:spPr>
        <p:txBody>
          <a:bodyPr wrap="square" lIns="0" tIns="0" rIns="0" bIns="0" rtlCol="0" anchor="ctr"/>
          <a:lstStyle/>
          <a:p>
            <a:pPr algn="l" indent="0" marL="0">
              <a:buNone/>
            </a:pPr>
            <a:r>
              <a:rPr lang="en-US" altLang="en-US" sz="1300" dirty="0">
                <a:solidFill>
                  <a:srgbClr val="605E5C"/>
                </a:solidFill>
                <a:latin typeface="Arial" pitchFamily="34" charset="0"/>
                <a:ea typeface="Arial" pitchFamily="34" charset="-122"/>
                <a:cs typeface="Arial" pitchFamily="34" charset="-120"/>
              </a:rPr>
              <a:t>Specific people in my organization can respond</a:t>
            </a:r>
            <a:endParaRPr lang="en-US" sz="1300" dirty="0"/>
          </a:p>
        </p:txBody>
      </p:sp>
      <p:sp>
        <p:nvSpPr>
          <p:cNvPr id="30" name="Shape 28"/>
          <p:cNvSpPr/>
          <p:nvPr/>
        </p:nvSpPr>
        <p:spPr>
          <a:xfrm>
            <a:off x="5608015" y="4937760"/>
            <a:ext cx="5760720" cy="0"/>
          </a:xfrm>
          <a:prstGeom prst="line">
            <a:avLst/>
          </a:prstGeom>
          <a:noFill/>
          <a:ln w="12700">
            <a:solidFill>
              <a:srgbClr val="E1E1E1"/>
            </a:solidFill>
            <a:prstDash val="solid"/>
          </a:ln>
        </p:spPr>
      </p:sp>
      <p:sp>
        <p:nvSpPr>
          <p:cNvPr id="31" name="Text 29"/>
          <p:cNvSpPr txBox="1"/>
          <p:nvPr/>
        </p:nvSpPr>
        <p:spPr>
          <a:xfrm>
            <a:off x="5608015" y="5074920"/>
            <a:ext cx="4572000" cy="365760"/>
          </a:xfrm>
          <a:prstGeom prst="rect">
            <a:avLst/>
          </a:prstGeom>
          <a:noFill/>
          <a:ln/>
        </p:spPr>
        <p:txBody>
          <a:bodyPr wrap="square" lIns="0" tIns="0" rIns="0" bIns="0" rtlCol="0" anchor="ctr"/>
          <a:lstStyle/>
          <a:p>
            <a:pPr algn="l" indent="0" marL="0">
              <a:buNone/>
            </a:pPr>
            <a:r>
              <a:rPr lang="en-US" altLang="en-US" sz="1300" b="1" dirty="0">
                <a:solidFill>
                  <a:srgbClr val="8A8886"/>
                </a:solidFill>
                <a:latin typeface="Arial" pitchFamily="34" charset="0"/>
                <a:ea typeface="Arial" pitchFamily="34" charset="-122"/>
                <a:cs typeface="Arial" pitchFamily="34" charset="-120"/>
              </a:rPr>
              <a:t>Options for responses  ›  (next slide)</a:t>
            </a:r>
            <a:endParaRPr lang="en-US" sz="1300" dirty="0"/>
          </a:p>
        </p:txBody>
      </p:sp>
      <p:sp>
        <p:nvSpPr>
          <p:cNvPr id="32" name="Shape 30"/>
          <p:cNvSpPr/>
          <p:nvPr/>
        </p:nvSpPr>
        <p:spPr>
          <a:xfrm>
            <a:off x="560527" y="1508760"/>
            <a:ext cx="384048" cy="384048"/>
          </a:xfrm>
          <a:prstGeom prst="ellipse">
            <a:avLst/>
          </a:prstGeom>
          <a:solidFill>
            <a:schemeClr val="accent2"/>
          </a:solidFill>
          <a:ln w="19050">
            <a:solidFill>
              <a:srgbClr val="FFFFFF"/>
            </a:solidFill>
            <a:prstDash val="solid"/>
          </a:ln>
        </p:spPr>
      </p:sp>
      <p:sp>
        <p:nvSpPr>
          <p:cNvPr id="33" name="Text 31"/>
          <p:cNvSpPr txBox="1"/>
          <p:nvPr/>
        </p:nvSpPr>
        <p:spPr>
          <a:xfrm>
            <a:off x="560527" y="1508760"/>
            <a:ext cx="384048" cy="384048"/>
          </a:xfrm>
          <a:prstGeom prst="rect">
            <a:avLst/>
          </a:prstGeom>
          <a:noFill/>
          <a:ln/>
        </p:spPr>
        <p:txBody>
          <a:bodyPr wrap="square" lIns="0" tIns="0" rIns="0" bIns="0" rtlCol="0" anchor="ctr"/>
          <a:lstStyle/>
          <a:p>
            <a:pPr algn="ctr" indent="0" marL="0">
              <a:buNone/>
            </a:pPr>
            <a:r>
              <a:rPr lang="en-US" altLang="en-US" sz="1300" b="1" dirty="0">
                <a:solidFill>
                  <a:schemeClr val="tx1"/>
                </a:solidFill>
                <a:latin typeface="Arial" pitchFamily="34" charset="0"/>
                <a:ea typeface="Arial" pitchFamily="34" charset="-122"/>
                <a:cs typeface="Arial" pitchFamily="34" charset="-120"/>
              </a:rPr>
              <a:t>1</a:t>
            </a:r>
            <a:endParaRPr lang="en-US" sz="1300" dirty="0"/>
          </a:p>
        </p:txBody>
      </p:sp>
      <p:sp>
        <p:nvSpPr>
          <p:cNvPr id="34" name="Text 32"/>
          <p:cNvSpPr txBox="1"/>
          <p:nvPr/>
        </p:nvSpPr>
        <p:spPr>
          <a:xfrm>
            <a:off x="1036015" y="1463040"/>
            <a:ext cx="3931920" cy="411480"/>
          </a:xfrm>
          <a:prstGeom prst="rect">
            <a:avLst/>
          </a:prstGeom>
          <a:noFill/>
          <a:ln/>
        </p:spPr>
        <p:txBody>
          <a:bodyPr wrap="square" lIns="0" tIns="0" rIns="0" bIns="0" rtlCol="0" anchor="t"/>
          <a:lstStyle/>
          <a:p>
            <a:pPr algn="l" indent="0" marL="0">
              <a:buNone/>
            </a:pPr>
            <a:r>
              <a:rPr lang="en-US" altLang="en-US" sz="1700" b="1" dirty="0">
                <a:solidFill>
                  <a:schemeClr val="tx2"/>
                </a:solidFill>
                <a:latin typeface="Arial" pitchFamily="34" charset="0"/>
                <a:ea typeface="Arial" pitchFamily="34" charset="-122"/>
                <a:cs typeface="Arial" pitchFamily="34" charset="-120"/>
              </a:rPr>
              <a:t>Only people in my organization</a:t>
            </a:r>
            <a:endParaRPr lang="en-US" sz="1700" dirty="0"/>
          </a:p>
        </p:txBody>
      </p:sp>
      <p:sp>
        <p:nvSpPr>
          <p:cNvPr id="35" name="Text 33"/>
          <p:cNvSpPr txBox="1"/>
          <p:nvPr/>
        </p:nvSpPr>
        <p:spPr>
          <a:xfrm>
            <a:off x="1036015" y="1901952"/>
            <a:ext cx="3931920" cy="73152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Where all intended students have working school accounts</a:t>
            </a:r>
            <a:endParaRPr lang="en-US" sz="1400" dirty="0"/>
          </a:p>
        </p:txBody>
      </p:sp>
      <p:sp>
        <p:nvSpPr>
          <p:cNvPr id="36" name="Shape 34"/>
          <p:cNvSpPr/>
          <p:nvPr/>
        </p:nvSpPr>
        <p:spPr>
          <a:xfrm>
            <a:off x="560527" y="2834640"/>
            <a:ext cx="384048" cy="384048"/>
          </a:xfrm>
          <a:prstGeom prst="ellipse">
            <a:avLst/>
          </a:prstGeom>
          <a:solidFill>
            <a:schemeClr val="accent2"/>
          </a:solidFill>
          <a:ln w="19050">
            <a:solidFill>
              <a:srgbClr val="FFFFFF"/>
            </a:solidFill>
            <a:prstDash val="solid"/>
          </a:ln>
        </p:spPr>
      </p:sp>
      <p:sp>
        <p:nvSpPr>
          <p:cNvPr id="37" name="Text 35"/>
          <p:cNvSpPr txBox="1"/>
          <p:nvPr/>
        </p:nvSpPr>
        <p:spPr>
          <a:xfrm>
            <a:off x="560527" y="2834640"/>
            <a:ext cx="384048" cy="384048"/>
          </a:xfrm>
          <a:prstGeom prst="rect">
            <a:avLst/>
          </a:prstGeom>
          <a:noFill/>
          <a:ln/>
        </p:spPr>
        <p:txBody>
          <a:bodyPr wrap="square" lIns="0" tIns="0" rIns="0" bIns="0" rtlCol="0" anchor="ctr"/>
          <a:lstStyle/>
          <a:p>
            <a:pPr algn="ctr" indent="0" marL="0">
              <a:buNone/>
            </a:pPr>
            <a:r>
              <a:rPr lang="en-US" altLang="en-US" sz="1300" b="1" dirty="0">
                <a:solidFill>
                  <a:schemeClr val="tx1"/>
                </a:solidFill>
                <a:latin typeface="Arial" pitchFamily="34" charset="0"/>
                <a:ea typeface="Arial" pitchFamily="34" charset="-122"/>
                <a:cs typeface="Arial" pitchFamily="34" charset="-120"/>
              </a:rPr>
              <a:t>2</a:t>
            </a:r>
            <a:endParaRPr lang="en-US" sz="1300" dirty="0"/>
          </a:p>
        </p:txBody>
      </p:sp>
      <p:sp>
        <p:nvSpPr>
          <p:cNvPr id="38" name="Text 36"/>
          <p:cNvSpPr txBox="1"/>
          <p:nvPr/>
        </p:nvSpPr>
        <p:spPr>
          <a:xfrm>
            <a:off x="1036015" y="2788920"/>
            <a:ext cx="3931920" cy="411480"/>
          </a:xfrm>
          <a:prstGeom prst="rect">
            <a:avLst/>
          </a:prstGeom>
          <a:noFill/>
          <a:ln/>
        </p:spPr>
        <p:txBody>
          <a:bodyPr wrap="square" lIns="0" tIns="0" rIns="0" bIns="0" rtlCol="0" anchor="t"/>
          <a:lstStyle/>
          <a:p>
            <a:pPr algn="l" indent="0" marL="0">
              <a:buNone/>
            </a:pPr>
            <a:r>
              <a:rPr lang="en-US" altLang="en-US" sz="1700" b="1" dirty="0">
                <a:solidFill>
                  <a:schemeClr val="tx2"/>
                </a:solidFill>
                <a:latin typeface="Arial" pitchFamily="34" charset="0"/>
                <a:ea typeface="Arial" pitchFamily="34" charset="-122"/>
                <a:cs typeface="Arial" pitchFamily="34" charset="-120"/>
              </a:rPr>
              <a:t>Record name</a:t>
            </a:r>
            <a:endParaRPr lang="en-US" sz="1700" dirty="0"/>
          </a:p>
        </p:txBody>
      </p:sp>
      <p:sp>
        <p:nvSpPr>
          <p:cNvPr id="39" name="Text 37"/>
          <p:cNvSpPr txBox="1"/>
          <p:nvPr/>
        </p:nvSpPr>
        <p:spPr>
          <a:xfrm>
            <a:off x="1036015" y="3227832"/>
            <a:ext cx="3931920" cy="73152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Links each response to the signed-in student</a:t>
            </a:r>
            <a:endParaRPr lang="en-US" sz="1400" dirty="0"/>
          </a:p>
        </p:txBody>
      </p:sp>
      <p:sp>
        <p:nvSpPr>
          <p:cNvPr id="40" name="Shape 38"/>
          <p:cNvSpPr/>
          <p:nvPr/>
        </p:nvSpPr>
        <p:spPr>
          <a:xfrm>
            <a:off x="560527" y="4160520"/>
            <a:ext cx="384048" cy="384048"/>
          </a:xfrm>
          <a:prstGeom prst="ellipse">
            <a:avLst/>
          </a:prstGeom>
          <a:solidFill>
            <a:schemeClr val="accent2"/>
          </a:solidFill>
          <a:ln w="19050">
            <a:solidFill>
              <a:srgbClr val="FFFFFF"/>
            </a:solidFill>
            <a:prstDash val="solid"/>
          </a:ln>
        </p:spPr>
      </p:sp>
      <p:sp>
        <p:nvSpPr>
          <p:cNvPr id="41" name="Text 39"/>
          <p:cNvSpPr txBox="1"/>
          <p:nvPr/>
        </p:nvSpPr>
        <p:spPr>
          <a:xfrm>
            <a:off x="560527" y="4160520"/>
            <a:ext cx="384048" cy="384048"/>
          </a:xfrm>
          <a:prstGeom prst="rect">
            <a:avLst/>
          </a:prstGeom>
          <a:noFill/>
          <a:ln/>
        </p:spPr>
        <p:txBody>
          <a:bodyPr wrap="square" lIns="0" tIns="0" rIns="0" bIns="0" rtlCol="0" anchor="ctr"/>
          <a:lstStyle/>
          <a:p>
            <a:pPr algn="ctr" indent="0" marL="0">
              <a:buNone/>
            </a:pPr>
            <a:r>
              <a:rPr lang="en-US" altLang="en-US" sz="1300" b="1" dirty="0">
                <a:solidFill>
                  <a:schemeClr val="tx1"/>
                </a:solidFill>
                <a:latin typeface="Arial" pitchFamily="34" charset="0"/>
                <a:ea typeface="Arial" pitchFamily="34" charset="-122"/>
                <a:cs typeface="Arial" pitchFamily="34" charset="-120"/>
              </a:rPr>
              <a:t>3</a:t>
            </a:r>
            <a:endParaRPr lang="en-US" sz="1300" dirty="0"/>
          </a:p>
        </p:txBody>
      </p:sp>
      <p:sp>
        <p:nvSpPr>
          <p:cNvPr id="42" name="Text 40"/>
          <p:cNvSpPr txBox="1"/>
          <p:nvPr/>
        </p:nvSpPr>
        <p:spPr>
          <a:xfrm>
            <a:off x="1036015" y="4114800"/>
            <a:ext cx="3931920" cy="411480"/>
          </a:xfrm>
          <a:prstGeom prst="rect">
            <a:avLst/>
          </a:prstGeom>
          <a:noFill/>
          <a:ln/>
        </p:spPr>
        <p:txBody>
          <a:bodyPr wrap="square" lIns="0" tIns="0" rIns="0" bIns="0" rtlCol="0" anchor="t"/>
          <a:lstStyle/>
          <a:p>
            <a:pPr algn="l" indent="0" marL="0">
              <a:buNone/>
            </a:pPr>
            <a:r>
              <a:rPr lang="en-US" altLang="en-US" sz="1700" b="1" dirty="0">
                <a:solidFill>
                  <a:schemeClr val="tx2"/>
                </a:solidFill>
                <a:latin typeface="Arial" pitchFamily="34" charset="0"/>
                <a:ea typeface="Arial" pitchFamily="34" charset="-122"/>
                <a:cs typeface="Arial" pitchFamily="34" charset="-120"/>
              </a:rPr>
              <a:t>One response per person</a:t>
            </a:r>
            <a:endParaRPr lang="en-US" sz="1700" dirty="0"/>
          </a:p>
        </p:txBody>
      </p:sp>
      <p:sp>
        <p:nvSpPr>
          <p:cNvPr id="43" name="Text 41"/>
          <p:cNvSpPr txBox="1"/>
          <p:nvPr/>
        </p:nvSpPr>
        <p:spPr>
          <a:xfrm>
            <a:off x="1036015" y="4553712"/>
            <a:ext cx="3931920" cy="73152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Prevents repeat submissions</a:t>
            </a:r>
            <a:endParaRPr lang="en-US" sz="1400" dirty="0"/>
          </a:p>
        </p:txBody>
      </p:sp>
      <p:sp>
        <p:nvSpPr>
          <p:cNvPr id="44" name="path-note"/>
          <p:cNvSpPr/>
          <p:nvPr/>
        </p:nvSpPr>
        <p:spPr>
          <a:xfrm>
            <a:off x="551383" y="5440680"/>
            <a:ext cx="4416552" cy="594360"/>
          </a:xfrm>
          <a:prstGeom prst="roundRect">
            <a:avLst>
              <a:gd name="adj" fmla="val 18462"/>
            </a:avLst>
          </a:prstGeom>
          <a:solidFill>
            <a:srgbClr val="F3F0FD"/>
          </a:solidFill>
          <a:ln/>
        </p:spPr>
      </p:sp>
      <p:sp>
        <p:nvSpPr>
          <p:cNvPr id="45" name="Text 43"/>
          <p:cNvSpPr txBox="1"/>
          <p:nvPr/>
        </p:nvSpPr>
        <p:spPr>
          <a:xfrm>
            <a:off x="670255" y="5440680"/>
            <a:ext cx="4160520" cy="594360"/>
          </a:xfrm>
          <a:prstGeom prst="rect">
            <a:avLst/>
          </a:prstGeom>
          <a:noFill/>
          <a:ln/>
        </p:spPr>
        <p:txBody>
          <a:bodyPr wrap="square" lIns="0" tIns="0" rIns="0" bIns="0" rtlCol="0" anchor="ctr"/>
          <a:lstStyle/>
          <a:p>
            <a:pPr algn="l" indent="0" marL="0">
              <a:buNone/>
            </a:pPr>
            <a:r>
              <a:rPr lang="en-US" altLang="en-US" sz="1400" b="1" dirty="0">
                <a:solidFill>
                  <a:schemeClr val="accent3"/>
                </a:solidFill>
                <a:latin typeface="Arial" pitchFamily="34" charset="0"/>
                <a:ea typeface="Arial" pitchFamily="34" charset="-122"/>
                <a:cs typeface="Arial" pitchFamily="34" charset="-120"/>
              </a:rPr>
              <a:t>Path: ••• at the top of the page → Settings</a:t>
            </a:r>
            <a:endParaRPr lang="en-US" sz="1400" dirty="0"/>
          </a:p>
        </p:txBody>
      </p:sp>
      <p:sp>
        <p:nvSpPr>
          <p:cNvPr id="46" name="Slide Number Placeholder 0"/>
          <p:cNvSpPr>
            <a:spLocks noGrp="1"/>
          </p:cNvSpPr>
          <p:nvPr>
            <p:ph type="sldNum" sz="quarter" idx="4294967295"/>
          </p:nvPr>
        </p:nvSpPr>
        <p:spPr>
          <a:xfrm>
            <a:off x="11201400" y="6419088"/>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6B7A8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1307592" y="347472"/>
            <a:ext cx="10332720" cy="777240"/>
          </a:xfrm>
          <a:prstGeom prst="rect">
            <a:avLst/>
          </a:prstGeom>
          <a:noFill/>
          <a:ln/>
        </p:spPr>
        <p:txBody>
          <a:bodyPr wrap="square" lIns="0" tIns="0" rIns="0" bIns="0" rtlCol="0" anchor="ctr"/>
          <a:lstStyle/>
          <a:p>
            <a:pPr algn="l" indent="0" marL="0">
              <a:buNone/>
            </a:pPr>
            <a:r>
              <a:rPr lang="en-US" altLang="en-US" sz="3000" b="1" dirty="0">
                <a:solidFill>
                  <a:schemeClr val="tx2"/>
                </a:solidFill>
              </a:rPr>
              <a:t>Settings: timing, availability and hidden results</a:t>
            </a:r>
            <a:endParaRPr lang="en-US" sz="3000" dirty="0"/>
          </a:p>
        </p:txBody>
      </p:sp>
      <p:sp>
        <p:nvSpPr>
          <p:cNvPr id="3" name="title-badge"/>
          <p:cNvSpPr/>
          <p:nvPr/>
        </p:nvSpPr>
        <p:spPr>
          <a:xfrm>
            <a:off x="505663" y="411480"/>
            <a:ext cx="640080" cy="640080"/>
          </a:xfrm>
          <a:prstGeom prst="ellipse">
            <a:avLst/>
          </a:prstGeom>
          <a:solidFill>
            <a:schemeClr val="accent1"/>
          </a:solidFill>
          <a:ln/>
        </p:spPr>
      </p:sp>
      <p:sp>
        <p:nvSpPr>
          <p:cNvPr id="4" name="Text 2"/>
          <p:cNvSpPr txBox="1"/>
          <p:nvPr/>
        </p:nvSpPr>
        <p:spPr>
          <a:xfrm>
            <a:off x="505663" y="411480"/>
            <a:ext cx="640080" cy="640080"/>
          </a:xfrm>
          <a:prstGeom prst="rect">
            <a:avLst/>
          </a:prstGeom>
          <a:noFill/>
          <a:ln/>
        </p:spPr>
        <p:txBody>
          <a:bodyPr wrap="square" lIns="0" tIns="0" rIns="0" bIns="0" rtlCol="0" anchor="ctr"/>
          <a:lstStyle/>
          <a:p>
            <a:pPr algn="ctr" indent="0" marL="0">
              <a:buNone/>
            </a:pPr>
            <a:r>
              <a:rPr lang="en-US" altLang="en-US" sz="2400" b="1" dirty="0">
                <a:solidFill>
                  <a:schemeClr val="bg1"/>
                </a:solidFill>
                <a:latin typeface="Arial" pitchFamily="34" charset="0"/>
                <a:ea typeface="Arial" pitchFamily="34" charset="-122"/>
                <a:cs typeface="Arial" pitchFamily="34" charset="-120"/>
              </a:rPr>
              <a:t>5</a:t>
            </a:r>
            <a:endParaRPr lang="en-US" sz="2400" dirty="0"/>
          </a:p>
        </p:txBody>
      </p:sp>
      <p:sp>
        <p:nvSpPr>
          <p:cNvPr id="5" name="mock-window"/>
          <p:cNvSpPr/>
          <p:nvPr/>
        </p:nvSpPr>
        <p:spPr>
          <a:xfrm>
            <a:off x="5333695" y="1417320"/>
            <a:ext cx="6309360" cy="4617720"/>
          </a:xfrm>
          <a:prstGeom prst="roundRect">
            <a:avLst>
              <a:gd name="adj" fmla="val 1980"/>
            </a:avLst>
          </a:prstGeom>
          <a:solidFill>
            <a:srgbClr val="FFFFFF"/>
          </a:solidFill>
          <a:ln w="12700">
            <a:solidFill>
              <a:srgbClr val="D6DCE0"/>
            </a:solidFill>
            <a:prstDash val="solid"/>
          </a:ln>
          <a:effectLst>
            <a:outerShdw sx="100000" sy="100000" kx="0" ky="0" algn="bl" rotWithShape="0" blurRad="76200" dist="25400" dir="5400000">
              <a:srgbClr val="000000">
                <a:alpha val="14000"/>
              </a:srgbClr>
            </a:outerShdw>
          </a:effectLst>
        </p:spPr>
      </p:sp>
      <p:sp>
        <p:nvSpPr>
          <p:cNvPr id="6" name="Shape 4"/>
          <p:cNvSpPr/>
          <p:nvPr/>
        </p:nvSpPr>
        <p:spPr>
          <a:xfrm>
            <a:off x="5351983" y="1435608"/>
            <a:ext cx="6272784" cy="365760"/>
          </a:xfrm>
          <a:prstGeom prst="rect">
            <a:avLst/>
          </a:prstGeom>
          <a:solidFill>
            <a:srgbClr val="F3F2F1"/>
          </a:solidFill>
          <a:ln/>
        </p:spPr>
      </p:sp>
      <p:sp>
        <p:nvSpPr>
          <p:cNvPr id="7" name="Text 5"/>
          <p:cNvSpPr txBox="1"/>
          <p:nvPr/>
        </p:nvSpPr>
        <p:spPr>
          <a:xfrm>
            <a:off x="5470855" y="1435608"/>
            <a:ext cx="6035040" cy="365760"/>
          </a:xfrm>
          <a:prstGeom prst="rect">
            <a:avLst/>
          </a:prstGeom>
          <a:noFill/>
          <a:ln/>
        </p:spPr>
        <p:txBody>
          <a:bodyPr wrap="square" lIns="0" tIns="0" rIns="0" bIns="0" rtlCol="0" anchor="ctr"/>
          <a:lstStyle/>
          <a:p>
            <a:pPr algn="l" indent="0" marL="0">
              <a:buNone/>
            </a:pPr>
            <a:r>
              <a:rPr lang="en-US" altLang="en-US" sz="1200" b="1" dirty="0">
                <a:solidFill>
                  <a:srgbClr val="323130"/>
                </a:solidFill>
                <a:latin typeface="Arial" pitchFamily="34" charset="0"/>
                <a:ea typeface="Arial" pitchFamily="34" charset="-122"/>
                <a:cs typeface="Arial" pitchFamily="34" charset="-120"/>
              </a:rPr>
              <a:t>Settings — Options for responses</a:t>
            </a:r>
            <a:endParaRPr lang="en-US" sz="1200" dirty="0"/>
          </a:p>
        </p:txBody>
      </p:sp>
      <p:sp>
        <p:nvSpPr>
          <p:cNvPr id="8" name="Shape 6"/>
          <p:cNvSpPr/>
          <p:nvPr/>
        </p:nvSpPr>
        <p:spPr>
          <a:xfrm>
            <a:off x="5653735" y="2029968"/>
            <a:ext cx="201168" cy="201168"/>
          </a:xfrm>
          <a:prstGeom prst="roundRect">
            <a:avLst>
              <a:gd name="adj" fmla="val 13636"/>
            </a:avLst>
          </a:prstGeom>
          <a:solidFill>
            <a:srgbClr val="03787C"/>
          </a:solidFill>
          <a:ln w="12700">
            <a:solidFill>
              <a:srgbClr val="03787C"/>
            </a:solidFill>
            <a:prstDash val="solid"/>
          </a:ln>
        </p:spPr>
      </p:sp>
      <p:sp>
        <p:nvSpPr>
          <p:cNvPr id="9" name="Text 7"/>
          <p:cNvSpPr txBox="1"/>
          <p:nvPr/>
        </p:nvSpPr>
        <p:spPr>
          <a:xfrm>
            <a:off x="5653735" y="2029968"/>
            <a:ext cx="201168" cy="201168"/>
          </a:xfrm>
          <a:prstGeom prst="rect">
            <a:avLst/>
          </a:prstGeom>
          <a:noFill/>
          <a:ln/>
        </p:spPr>
        <p:txBody>
          <a:bodyPr wrap="square" lIns="0" tIns="0" rIns="0" bIns="0" rtlCol="0" anchor="ctr"/>
          <a:lstStyle/>
          <a:p>
            <a:pPr algn="ctr" indent="0" marL="0">
              <a:buNone/>
            </a:pPr>
            <a:r>
              <a:rPr lang="en-US" alt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10" name="Text 8"/>
          <p:cNvSpPr txBox="1"/>
          <p:nvPr/>
        </p:nvSpPr>
        <p:spPr>
          <a:xfrm>
            <a:off x="5973775" y="1965960"/>
            <a:ext cx="2103120" cy="329184"/>
          </a:xfrm>
          <a:prstGeom prst="rect">
            <a:avLst/>
          </a:prstGeom>
          <a:noFill/>
          <a:ln/>
        </p:spPr>
        <p:txBody>
          <a:bodyPr wrap="square" lIns="0" tIns="0" rIns="0" bIns="0" rtlCol="0" anchor="ctr"/>
          <a:lstStyle/>
          <a:p>
            <a:pPr algn="l" indent="0" marL="0">
              <a:buNone/>
            </a:pPr>
            <a:r>
              <a:rPr lang="en-US" altLang="en-US" sz="1300" b="1" dirty="0">
                <a:solidFill>
                  <a:srgbClr val="323130"/>
                </a:solidFill>
                <a:latin typeface="Arial" pitchFamily="34" charset="0"/>
                <a:ea typeface="Arial" pitchFamily="34" charset="-122"/>
                <a:cs typeface="Arial" pitchFamily="34" charset="-120"/>
              </a:rPr>
              <a:t>Accept responses</a:t>
            </a:r>
            <a:endParaRPr lang="en-US" sz="1300" dirty="0"/>
          </a:p>
        </p:txBody>
      </p:sp>
      <p:sp>
        <p:nvSpPr>
          <p:cNvPr id="11" name="Shape 9"/>
          <p:cNvSpPr/>
          <p:nvPr/>
        </p:nvSpPr>
        <p:spPr>
          <a:xfrm>
            <a:off x="5653735" y="2578608"/>
            <a:ext cx="201168" cy="201168"/>
          </a:xfrm>
          <a:prstGeom prst="roundRect">
            <a:avLst>
              <a:gd name="adj" fmla="val 13636"/>
            </a:avLst>
          </a:prstGeom>
          <a:solidFill>
            <a:srgbClr val="03787C"/>
          </a:solidFill>
          <a:ln w="12700">
            <a:solidFill>
              <a:srgbClr val="03787C"/>
            </a:solidFill>
            <a:prstDash val="solid"/>
          </a:ln>
        </p:spPr>
      </p:sp>
      <p:sp>
        <p:nvSpPr>
          <p:cNvPr id="12" name="Text 10"/>
          <p:cNvSpPr txBox="1"/>
          <p:nvPr/>
        </p:nvSpPr>
        <p:spPr>
          <a:xfrm>
            <a:off x="5653735" y="2578608"/>
            <a:ext cx="201168" cy="201168"/>
          </a:xfrm>
          <a:prstGeom prst="rect">
            <a:avLst/>
          </a:prstGeom>
          <a:noFill/>
          <a:ln/>
        </p:spPr>
        <p:txBody>
          <a:bodyPr wrap="square" lIns="0" tIns="0" rIns="0" bIns="0" rtlCol="0" anchor="ctr"/>
          <a:lstStyle/>
          <a:p>
            <a:pPr algn="ctr" indent="0" marL="0">
              <a:buNone/>
            </a:pPr>
            <a:r>
              <a:rPr lang="en-US" alt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13" name="Text 11"/>
          <p:cNvSpPr txBox="1"/>
          <p:nvPr/>
        </p:nvSpPr>
        <p:spPr>
          <a:xfrm>
            <a:off x="5973775" y="2514600"/>
            <a:ext cx="2103120" cy="329184"/>
          </a:xfrm>
          <a:prstGeom prst="rect">
            <a:avLst/>
          </a:prstGeom>
          <a:noFill/>
          <a:ln/>
        </p:spPr>
        <p:txBody>
          <a:bodyPr wrap="square" lIns="0" tIns="0" rIns="0" bIns="0" rtlCol="0" anchor="ctr"/>
          <a:lstStyle/>
          <a:p>
            <a:pPr algn="l" indent="0" marL="0">
              <a:buNone/>
            </a:pPr>
            <a:r>
              <a:rPr lang="en-US" altLang="en-US" sz="1300" b="1" dirty="0">
                <a:solidFill>
                  <a:srgbClr val="323130"/>
                </a:solidFill>
                <a:latin typeface="Arial" pitchFamily="34" charset="0"/>
                <a:ea typeface="Arial" pitchFamily="34" charset="-122"/>
                <a:cs typeface="Arial" pitchFamily="34" charset="-120"/>
              </a:rPr>
              <a:t>Start date</a:t>
            </a:r>
            <a:endParaRPr lang="en-US" sz="1300" dirty="0"/>
          </a:p>
        </p:txBody>
      </p:sp>
      <p:sp>
        <p:nvSpPr>
          <p:cNvPr id="14" name="Shape 12"/>
          <p:cNvSpPr/>
          <p:nvPr/>
        </p:nvSpPr>
        <p:spPr>
          <a:xfrm>
            <a:off x="8168335" y="2523744"/>
            <a:ext cx="2651760" cy="310896"/>
          </a:xfrm>
          <a:prstGeom prst="rect">
            <a:avLst/>
          </a:prstGeom>
          <a:solidFill>
            <a:srgbClr val="F8F8F8"/>
          </a:solidFill>
          <a:ln w="9525">
            <a:solidFill>
              <a:srgbClr val="8A8886"/>
            </a:solidFill>
            <a:prstDash val="solid"/>
          </a:ln>
        </p:spPr>
      </p:sp>
      <p:sp>
        <p:nvSpPr>
          <p:cNvPr id="15" name="Text 13"/>
          <p:cNvSpPr txBox="1"/>
          <p:nvPr/>
        </p:nvSpPr>
        <p:spPr>
          <a:xfrm>
            <a:off x="8259775" y="2523744"/>
            <a:ext cx="2560320" cy="310896"/>
          </a:xfrm>
          <a:prstGeom prst="rect">
            <a:avLst/>
          </a:prstGeom>
          <a:noFill/>
          <a:ln/>
        </p:spPr>
        <p:txBody>
          <a:bodyPr wrap="square" lIns="0" tIns="0" rIns="0" bIns="0" rtlCol="0" anchor="ctr"/>
          <a:lstStyle/>
          <a:p>
            <a:pPr algn="l" indent="0" marL="0">
              <a:buNone/>
            </a:pPr>
            <a:r>
              <a:rPr lang="en-US" altLang="en-US" sz="1200" b="1" dirty="0">
                <a:solidFill>
                  <a:srgbClr val="0B4F52"/>
                </a:solidFill>
                <a:latin typeface="Arial" pitchFamily="34" charset="0"/>
                <a:ea typeface="Arial" pitchFamily="34" charset="-122"/>
                <a:cs typeface="Arial" pitchFamily="34" charset="-120"/>
              </a:rPr>
              <a:t>Test day   8:00 AM</a:t>
            </a:r>
            <a:endParaRPr lang="en-US" sz="1200" dirty="0"/>
          </a:p>
        </p:txBody>
      </p:sp>
      <p:sp>
        <p:nvSpPr>
          <p:cNvPr id="16" name="Shape 14"/>
          <p:cNvSpPr/>
          <p:nvPr/>
        </p:nvSpPr>
        <p:spPr>
          <a:xfrm>
            <a:off x="5653735" y="3127248"/>
            <a:ext cx="201168" cy="201168"/>
          </a:xfrm>
          <a:prstGeom prst="roundRect">
            <a:avLst>
              <a:gd name="adj" fmla="val 13636"/>
            </a:avLst>
          </a:prstGeom>
          <a:solidFill>
            <a:srgbClr val="03787C"/>
          </a:solidFill>
          <a:ln w="12700">
            <a:solidFill>
              <a:srgbClr val="03787C"/>
            </a:solidFill>
            <a:prstDash val="solid"/>
          </a:ln>
        </p:spPr>
      </p:sp>
      <p:sp>
        <p:nvSpPr>
          <p:cNvPr id="17" name="Text 15"/>
          <p:cNvSpPr txBox="1"/>
          <p:nvPr/>
        </p:nvSpPr>
        <p:spPr>
          <a:xfrm>
            <a:off x="5653735" y="3127248"/>
            <a:ext cx="201168" cy="201168"/>
          </a:xfrm>
          <a:prstGeom prst="rect">
            <a:avLst/>
          </a:prstGeom>
          <a:noFill/>
          <a:ln/>
        </p:spPr>
        <p:txBody>
          <a:bodyPr wrap="square" lIns="0" tIns="0" rIns="0" bIns="0" rtlCol="0" anchor="ctr"/>
          <a:lstStyle/>
          <a:p>
            <a:pPr algn="ctr" indent="0" marL="0">
              <a:buNone/>
            </a:pPr>
            <a:r>
              <a:rPr lang="en-US" alt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18" name="Text 16"/>
          <p:cNvSpPr txBox="1"/>
          <p:nvPr/>
        </p:nvSpPr>
        <p:spPr>
          <a:xfrm>
            <a:off x="5973775" y="3063240"/>
            <a:ext cx="2103120" cy="329184"/>
          </a:xfrm>
          <a:prstGeom prst="rect">
            <a:avLst/>
          </a:prstGeom>
          <a:noFill/>
          <a:ln/>
        </p:spPr>
        <p:txBody>
          <a:bodyPr wrap="square" lIns="0" tIns="0" rIns="0" bIns="0" rtlCol="0" anchor="ctr"/>
          <a:lstStyle/>
          <a:p>
            <a:pPr algn="l" indent="0" marL="0">
              <a:buNone/>
            </a:pPr>
            <a:r>
              <a:rPr lang="en-US" altLang="en-US" sz="1300" b="1" dirty="0">
                <a:solidFill>
                  <a:srgbClr val="323130"/>
                </a:solidFill>
                <a:latin typeface="Arial" pitchFamily="34" charset="0"/>
                <a:ea typeface="Arial" pitchFamily="34" charset="-122"/>
                <a:cs typeface="Arial" pitchFamily="34" charset="-120"/>
              </a:rPr>
              <a:t>End date</a:t>
            </a:r>
            <a:endParaRPr lang="en-US" sz="1300" dirty="0"/>
          </a:p>
        </p:txBody>
      </p:sp>
      <p:sp>
        <p:nvSpPr>
          <p:cNvPr id="19" name="Shape 17"/>
          <p:cNvSpPr/>
          <p:nvPr/>
        </p:nvSpPr>
        <p:spPr>
          <a:xfrm>
            <a:off x="8168335" y="3072384"/>
            <a:ext cx="2651760" cy="310896"/>
          </a:xfrm>
          <a:prstGeom prst="rect">
            <a:avLst/>
          </a:prstGeom>
          <a:solidFill>
            <a:srgbClr val="F8F8F8"/>
          </a:solidFill>
          <a:ln w="9525">
            <a:solidFill>
              <a:srgbClr val="8A8886"/>
            </a:solidFill>
            <a:prstDash val="solid"/>
          </a:ln>
        </p:spPr>
      </p:sp>
      <p:sp>
        <p:nvSpPr>
          <p:cNvPr id="20" name="Text 18"/>
          <p:cNvSpPr txBox="1"/>
          <p:nvPr/>
        </p:nvSpPr>
        <p:spPr>
          <a:xfrm>
            <a:off x="8259775" y="3072384"/>
            <a:ext cx="2560320" cy="310896"/>
          </a:xfrm>
          <a:prstGeom prst="rect">
            <a:avLst/>
          </a:prstGeom>
          <a:noFill/>
          <a:ln/>
        </p:spPr>
        <p:txBody>
          <a:bodyPr wrap="square" lIns="0" tIns="0" rIns="0" bIns="0" rtlCol="0" anchor="ctr"/>
          <a:lstStyle/>
          <a:p>
            <a:pPr algn="l" indent="0" marL="0">
              <a:buNone/>
            </a:pPr>
            <a:r>
              <a:rPr lang="en-US" altLang="en-US" sz="1200" b="1" dirty="0">
                <a:solidFill>
                  <a:srgbClr val="0B4F52"/>
                </a:solidFill>
                <a:latin typeface="Arial" pitchFamily="34" charset="0"/>
                <a:ea typeface="Arial" pitchFamily="34" charset="-122"/>
                <a:cs typeface="Arial" pitchFamily="34" charset="-120"/>
              </a:rPr>
              <a:t>Test day   8:50 AM</a:t>
            </a:r>
            <a:endParaRPr lang="en-US" sz="1200" dirty="0"/>
          </a:p>
        </p:txBody>
      </p:sp>
      <p:sp>
        <p:nvSpPr>
          <p:cNvPr id="21" name="Shape 19"/>
          <p:cNvSpPr/>
          <p:nvPr/>
        </p:nvSpPr>
        <p:spPr>
          <a:xfrm>
            <a:off x="5653735" y="3675888"/>
            <a:ext cx="201168" cy="201168"/>
          </a:xfrm>
          <a:prstGeom prst="roundRect">
            <a:avLst>
              <a:gd name="adj" fmla="val 13636"/>
            </a:avLst>
          </a:prstGeom>
          <a:solidFill>
            <a:srgbClr val="03787C"/>
          </a:solidFill>
          <a:ln w="12700">
            <a:solidFill>
              <a:srgbClr val="03787C"/>
            </a:solidFill>
            <a:prstDash val="solid"/>
          </a:ln>
        </p:spPr>
      </p:sp>
      <p:sp>
        <p:nvSpPr>
          <p:cNvPr id="22" name="Text 20"/>
          <p:cNvSpPr txBox="1"/>
          <p:nvPr/>
        </p:nvSpPr>
        <p:spPr>
          <a:xfrm>
            <a:off x="5653735" y="3675888"/>
            <a:ext cx="201168" cy="201168"/>
          </a:xfrm>
          <a:prstGeom prst="rect">
            <a:avLst/>
          </a:prstGeom>
          <a:noFill/>
          <a:ln/>
        </p:spPr>
        <p:txBody>
          <a:bodyPr wrap="square" lIns="0" tIns="0" rIns="0" bIns="0" rtlCol="0" anchor="ctr"/>
          <a:lstStyle/>
          <a:p>
            <a:pPr algn="ctr" indent="0" marL="0">
              <a:buNone/>
            </a:pPr>
            <a:r>
              <a:rPr lang="en-US" alt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23" name="Text 21"/>
          <p:cNvSpPr txBox="1"/>
          <p:nvPr/>
        </p:nvSpPr>
        <p:spPr>
          <a:xfrm>
            <a:off x="5973775" y="3611880"/>
            <a:ext cx="2103120" cy="329184"/>
          </a:xfrm>
          <a:prstGeom prst="rect">
            <a:avLst/>
          </a:prstGeom>
          <a:noFill/>
          <a:ln/>
        </p:spPr>
        <p:txBody>
          <a:bodyPr wrap="square" lIns="0" tIns="0" rIns="0" bIns="0" rtlCol="0" anchor="ctr"/>
          <a:lstStyle/>
          <a:p>
            <a:pPr algn="l" indent="0" marL="0">
              <a:buNone/>
            </a:pPr>
            <a:r>
              <a:rPr lang="en-US" altLang="en-US" sz="1300" b="1" dirty="0">
                <a:solidFill>
                  <a:srgbClr val="323130"/>
                </a:solidFill>
                <a:latin typeface="Arial" pitchFamily="34" charset="0"/>
                <a:ea typeface="Arial" pitchFamily="34" charset="-122"/>
                <a:cs typeface="Arial" pitchFamily="34" charset="-120"/>
              </a:rPr>
              <a:t>Shuffle questions</a:t>
            </a:r>
            <a:endParaRPr lang="en-US" sz="1300" dirty="0"/>
          </a:p>
        </p:txBody>
      </p:sp>
      <p:sp>
        <p:nvSpPr>
          <p:cNvPr id="24" name="Shape 22"/>
          <p:cNvSpPr/>
          <p:nvPr/>
        </p:nvSpPr>
        <p:spPr>
          <a:xfrm>
            <a:off x="8168335" y="3621024"/>
            <a:ext cx="2651760" cy="310896"/>
          </a:xfrm>
          <a:prstGeom prst="rect">
            <a:avLst/>
          </a:prstGeom>
          <a:solidFill>
            <a:srgbClr val="FFFFFF"/>
          </a:solidFill>
          <a:ln w="9525">
            <a:solidFill>
              <a:srgbClr val="FFFFFF"/>
            </a:solidFill>
            <a:prstDash val="solid"/>
          </a:ln>
        </p:spPr>
      </p:sp>
      <p:sp>
        <p:nvSpPr>
          <p:cNvPr id="25" name="Text 23"/>
          <p:cNvSpPr txBox="1"/>
          <p:nvPr/>
        </p:nvSpPr>
        <p:spPr>
          <a:xfrm>
            <a:off x="8259775" y="3621024"/>
            <a:ext cx="2560320" cy="310896"/>
          </a:xfrm>
          <a:prstGeom prst="rect">
            <a:avLst/>
          </a:prstGeom>
          <a:noFill/>
          <a:ln/>
        </p:spPr>
        <p:txBody>
          <a:bodyPr wrap="square" lIns="0" tIns="0" rIns="0" bIns="0" rtlCol="0" anchor="ctr"/>
          <a:lstStyle/>
          <a:p>
            <a:pPr algn="l" indent="0" marL="0">
              <a:buNone/>
            </a:pPr>
            <a:r>
              <a:rPr lang="en-US" altLang="en-US" sz="1200" dirty="0">
                <a:solidFill>
                  <a:srgbClr val="8A8886"/>
                </a:solidFill>
                <a:latin typeface="Arial" pitchFamily="34" charset="0"/>
                <a:ea typeface="Arial" pitchFamily="34" charset="-122"/>
                <a:cs typeface="Arial" pitchFamily="34" charset="-120"/>
              </a:rPr>
              <a:t>when appropriate</a:t>
            </a:r>
            <a:endParaRPr lang="en-US" sz="1200" dirty="0"/>
          </a:p>
        </p:txBody>
      </p:sp>
      <p:sp>
        <p:nvSpPr>
          <p:cNvPr id="26" name="Shape 24"/>
          <p:cNvSpPr/>
          <p:nvPr/>
        </p:nvSpPr>
        <p:spPr>
          <a:xfrm>
            <a:off x="5653735" y="4224528"/>
            <a:ext cx="201168" cy="201168"/>
          </a:xfrm>
          <a:prstGeom prst="roundRect">
            <a:avLst>
              <a:gd name="adj" fmla="val 13636"/>
            </a:avLst>
          </a:prstGeom>
          <a:solidFill>
            <a:srgbClr val="03787C"/>
          </a:solidFill>
          <a:ln w="12700">
            <a:solidFill>
              <a:srgbClr val="03787C"/>
            </a:solidFill>
            <a:prstDash val="solid"/>
          </a:ln>
        </p:spPr>
      </p:sp>
      <p:sp>
        <p:nvSpPr>
          <p:cNvPr id="27" name="Text 25"/>
          <p:cNvSpPr txBox="1"/>
          <p:nvPr/>
        </p:nvSpPr>
        <p:spPr>
          <a:xfrm>
            <a:off x="5653735" y="4224528"/>
            <a:ext cx="201168" cy="201168"/>
          </a:xfrm>
          <a:prstGeom prst="rect">
            <a:avLst/>
          </a:prstGeom>
          <a:noFill/>
          <a:ln/>
        </p:spPr>
        <p:txBody>
          <a:bodyPr wrap="square" lIns="0" tIns="0" rIns="0" bIns="0" rtlCol="0" anchor="ctr"/>
          <a:lstStyle/>
          <a:p>
            <a:pPr algn="ctr" indent="0" marL="0">
              <a:buNone/>
            </a:pPr>
            <a:r>
              <a:rPr lang="en-US" alt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28" name="Text 26"/>
          <p:cNvSpPr txBox="1"/>
          <p:nvPr/>
        </p:nvSpPr>
        <p:spPr>
          <a:xfrm>
            <a:off x="5973775" y="4160520"/>
            <a:ext cx="2103120" cy="329184"/>
          </a:xfrm>
          <a:prstGeom prst="rect">
            <a:avLst/>
          </a:prstGeom>
          <a:noFill/>
          <a:ln/>
        </p:spPr>
        <p:txBody>
          <a:bodyPr wrap="square" lIns="0" tIns="0" rIns="0" bIns="0" rtlCol="0" anchor="ctr"/>
          <a:lstStyle/>
          <a:p>
            <a:pPr algn="l" indent="0" marL="0">
              <a:buNone/>
            </a:pPr>
            <a:r>
              <a:rPr lang="en-US" altLang="en-US" sz="1300" b="1" dirty="0">
                <a:solidFill>
                  <a:srgbClr val="323130"/>
                </a:solidFill>
                <a:latin typeface="Arial" pitchFamily="34" charset="0"/>
                <a:ea typeface="Arial" pitchFamily="34" charset="-122"/>
                <a:cs typeface="Arial" pitchFamily="34" charset="-120"/>
              </a:rPr>
              <a:t>Set time duration</a:t>
            </a:r>
            <a:endParaRPr lang="en-US" sz="1300" dirty="0"/>
          </a:p>
        </p:txBody>
      </p:sp>
      <p:sp>
        <p:nvSpPr>
          <p:cNvPr id="29" name="Shape 27"/>
          <p:cNvSpPr/>
          <p:nvPr/>
        </p:nvSpPr>
        <p:spPr>
          <a:xfrm>
            <a:off x="8168335" y="4169664"/>
            <a:ext cx="2651760" cy="310896"/>
          </a:xfrm>
          <a:prstGeom prst="rect">
            <a:avLst/>
          </a:prstGeom>
          <a:solidFill>
            <a:srgbClr val="F8F8F8"/>
          </a:solidFill>
          <a:ln w="9525">
            <a:solidFill>
              <a:srgbClr val="8A8886"/>
            </a:solidFill>
            <a:prstDash val="solid"/>
          </a:ln>
        </p:spPr>
      </p:sp>
      <p:sp>
        <p:nvSpPr>
          <p:cNvPr id="30" name="Text 28"/>
          <p:cNvSpPr txBox="1"/>
          <p:nvPr/>
        </p:nvSpPr>
        <p:spPr>
          <a:xfrm>
            <a:off x="8259775" y="4169664"/>
            <a:ext cx="2560320" cy="310896"/>
          </a:xfrm>
          <a:prstGeom prst="rect">
            <a:avLst/>
          </a:prstGeom>
          <a:noFill/>
          <a:ln/>
        </p:spPr>
        <p:txBody>
          <a:bodyPr wrap="square" lIns="0" tIns="0" rIns="0" bIns="0" rtlCol="0" anchor="ctr"/>
          <a:lstStyle/>
          <a:p>
            <a:pPr algn="l" indent="0" marL="0">
              <a:buNone/>
            </a:pPr>
            <a:r>
              <a:rPr lang="en-US" altLang="en-US" sz="1200" b="1" dirty="0">
                <a:solidFill>
                  <a:srgbClr val="0B4F52"/>
                </a:solidFill>
                <a:latin typeface="Arial" pitchFamily="34" charset="0"/>
                <a:ea typeface="Arial" pitchFamily="34" charset="-122"/>
                <a:cs typeface="Arial" pitchFamily="34" charset="-120"/>
              </a:rPr>
              <a:t>50  minutes</a:t>
            </a:r>
            <a:endParaRPr lang="en-US" sz="1200" dirty="0"/>
          </a:p>
        </p:txBody>
      </p:sp>
      <p:sp>
        <p:nvSpPr>
          <p:cNvPr id="31" name="highlight"/>
          <p:cNvSpPr/>
          <p:nvPr/>
        </p:nvSpPr>
        <p:spPr>
          <a:xfrm>
            <a:off x="8095183" y="2468880"/>
            <a:ext cx="2798064" cy="1005840"/>
          </a:xfrm>
          <a:prstGeom prst="roundRect">
            <a:avLst>
              <a:gd name="adj" fmla="val 5455"/>
            </a:avLst>
          </a:prstGeom>
          <a:ln w="31750">
            <a:solidFill>
              <a:srgbClr val="F2A900"/>
            </a:solidFill>
            <a:prstDash val="solid"/>
          </a:ln>
        </p:spPr>
      </p:sp>
      <p:sp>
        <p:nvSpPr>
          <p:cNvPr id="32" name="highlight"/>
          <p:cNvSpPr/>
          <p:nvPr/>
        </p:nvSpPr>
        <p:spPr>
          <a:xfrm>
            <a:off x="8095183" y="4142232"/>
            <a:ext cx="2798064" cy="457200"/>
          </a:xfrm>
          <a:prstGeom prst="roundRect">
            <a:avLst>
              <a:gd name="adj" fmla="val 12000"/>
            </a:avLst>
          </a:prstGeom>
          <a:ln w="31750">
            <a:solidFill>
              <a:srgbClr val="F2A900"/>
            </a:solidFill>
            <a:prstDash val="solid"/>
          </a:ln>
        </p:spPr>
      </p:sp>
      <p:sp>
        <p:nvSpPr>
          <p:cNvPr id="33" name="Shape 31"/>
          <p:cNvSpPr/>
          <p:nvPr/>
        </p:nvSpPr>
        <p:spPr>
          <a:xfrm>
            <a:off x="5608015" y="4846320"/>
            <a:ext cx="5760720" cy="0"/>
          </a:xfrm>
          <a:prstGeom prst="line">
            <a:avLst/>
          </a:prstGeom>
          <a:noFill/>
          <a:ln w="12700">
            <a:solidFill>
              <a:srgbClr val="E1E1E1"/>
            </a:solidFill>
            <a:prstDash val="solid"/>
          </a:ln>
        </p:spPr>
      </p:sp>
      <p:sp>
        <p:nvSpPr>
          <p:cNvPr id="34" name="Text 32"/>
          <p:cNvSpPr txBox="1"/>
          <p:nvPr/>
        </p:nvSpPr>
        <p:spPr>
          <a:xfrm>
            <a:off x="5608015" y="4937760"/>
            <a:ext cx="2743200" cy="329184"/>
          </a:xfrm>
          <a:prstGeom prst="rect">
            <a:avLst/>
          </a:prstGeom>
          <a:noFill/>
          <a:ln/>
        </p:spPr>
        <p:txBody>
          <a:bodyPr wrap="square" lIns="0" tIns="0" rIns="0" bIns="0" rtlCol="0" anchor="ctr"/>
          <a:lstStyle/>
          <a:p>
            <a:pPr algn="l" indent="0" marL="0">
              <a:buNone/>
            </a:pPr>
            <a:r>
              <a:rPr lang="en-US" altLang="en-US" sz="1300" b="1" dirty="0">
                <a:solidFill>
                  <a:srgbClr val="605E5C"/>
                </a:solidFill>
                <a:latin typeface="Arial" pitchFamily="34" charset="0"/>
                <a:ea typeface="Arial" pitchFamily="34" charset="-122"/>
                <a:cs typeface="Arial" pitchFamily="34" charset="-120"/>
              </a:rPr>
              <a:t>Quiz options</a:t>
            </a:r>
            <a:endParaRPr lang="en-US" sz="1300" dirty="0"/>
          </a:p>
        </p:txBody>
      </p:sp>
      <p:sp>
        <p:nvSpPr>
          <p:cNvPr id="35" name="Text 33"/>
          <p:cNvSpPr txBox="1"/>
          <p:nvPr/>
        </p:nvSpPr>
        <p:spPr>
          <a:xfrm>
            <a:off x="5608015" y="5349240"/>
            <a:ext cx="2926080" cy="329184"/>
          </a:xfrm>
          <a:prstGeom prst="rect">
            <a:avLst/>
          </a:prstGeom>
          <a:noFill/>
          <a:ln/>
        </p:spPr>
        <p:txBody>
          <a:bodyPr wrap="square" lIns="0" tIns="0" rIns="0" bIns="0" rtlCol="0" anchor="ctr"/>
          <a:lstStyle/>
          <a:p>
            <a:pPr algn="l" indent="0" marL="0">
              <a:buNone/>
            </a:pPr>
            <a:r>
              <a:rPr lang="en-US" altLang="en-US" sz="1300" b="1" dirty="0">
                <a:solidFill>
                  <a:srgbClr val="323130"/>
                </a:solidFill>
                <a:latin typeface="Arial" pitchFamily="34" charset="0"/>
                <a:ea typeface="Arial" pitchFamily="34" charset="-122"/>
                <a:cs typeface="Arial" pitchFamily="34" charset="-120"/>
              </a:rPr>
              <a:t>Show results automatically</a:t>
            </a:r>
            <a:endParaRPr lang="en-US" sz="1300" dirty="0"/>
          </a:p>
        </p:txBody>
      </p:sp>
      <p:sp>
        <p:nvSpPr>
          <p:cNvPr id="36" name="Shape 34"/>
          <p:cNvSpPr/>
          <p:nvPr/>
        </p:nvSpPr>
        <p:spPr>
          <a:xfrm>
            <a:off x="8579815" y="5404104"/>
            <a:ext cx="420624" cy="219456"/>
          </a:xfrm>
          <a:prstGeom prst="roundRect">
            <a:avLst>
              <a:gd name="adj" fmla="val 50000"/>
            </a:avLst>
          </a:prstGeom>
          <a:solidFill>
            <a:srgbClr val="FFFFFF"/>
          </a:solidFill>
          <a:ln w="12700">
            <a:solidFill>
              <a:srgbClr val="8A8886"/>
            </a:solidFill>
            <a:prstDash val="solid"/>
          </a:ln>
        </p:spPr>
      </p:sp>
      <p:sp>
        <p:nvSpPr>
          <p:cNvPr id="37" name="Shape 35"/>
          <p:cNvSpPr/>
          <p:nvPr/>
        </p:nvSpPr>
        <p:spPr>
          <a:xfrm>
            <a:off x="8616391" y="5440680"/>
            <a:ext cx="146304" cy="146304"/>
          </a:xfrm>
          <a:prstGeom prst="ellipse">
            <a:avLst/>
          </a:prstGeom>
          <a:solidFill>
            <a:srgbClr val="605E5C"/>
          </a:solidFill>
          <a:ln/>
        </p:spPr>
      </p:sp>
      <p:sp>
        <p:nvSpPr>
          <p:cNvPr id="38" name="Text 36"/>
          <p:cNvSpPr txBox="1"/>
          <p:nvPr/>
        </p:nvSpPr>
        <p:spPr>
          <a:xfrm>
            <a:off x="9082735" y="5349240"/>
            <a:ext cx="548640" cy="329184"/>
          </a:xfrm>
          <a:prstGeom prst="rect">
            <a:avLst/>
          </a:prstGeom>
          <a:noFill/>
          <a:ln/>
        </p:spPr>
        <p:txBody>
          <a:bodyPr wrap="square" lIns="0" tIns="0" rIns="0" bIns="0" rtlCol="0" anchor="ctr"/>
          <a:lstStyle/>
          <a:p>
            <a:pPr algn="l" indent="0" marL="0">
              <a:buNone/>
            </a:pPr>
            <a:r>
              <a:rPr lang="en-US" altLang="en-US" sz="1200" b="1" dirty="0">
                <a:solidFill>
                  <a:srgbClr val="C0392B"/>
                </a:solidFill>
                <a:latin typeface="Arial" pitchFamily="34" charset="0"/>
                <a:ea typeface="Arial" pitchFamily="34" charset="-122"/>
                <a:cs typeface="Arial" pitchFamily="34" charset="-120"/>
              </a:rPr>
              <a:t>OFF</a:t>
            </a:r>
            <a:endParaRPr lang="en-US" sz="1200" dirty="0"/>
          </a:p>
        </p:txBody>
      </p:sp>
      <p:sp>
        <p:nvSpPr>
          <p:cNvPr id="39" name="highlight"/>
          <p:cNvSpPr/>
          <p:nvPr/>
        </p:nvSpPr>
        <p:spPr>
          <a:xfrm>
            <a:off x="5534863" y="5285232"/>
            <a:ext cx="4206240" cy="457200"/>
          </a:xfrm>
          <a:prstGeom prst="roundRect">
            <a:avLst>
              <a:gd name="adj" fmla="val 12000"/>
            </a:avLst>
          </a:prstGeom>
          <a:ln w="31750">
            <a:solidFill>
              <a:srgbClr val="F2A900"/>
            </a:solidFill>
            <a:prstDash val="solid"/>
          </a:ln>
        </p:spPr>
      </p:sp>
      <p:sp>
        <p:nvSpPr>
          <p:cNvPr id="40" name="time-window"/>
          <p:cNvSpPr/>
          <p:nvPr/>
        </p:nvSpPr>
        <p:spPr>
          <a:xfrm>
            <a:off x="551383" y="1417320"/>
            <a:ext cx="4416552" cy="2331720"/>
          </a:xfrm>
          <a:prstGeom prst="roundRect">
            <a:avLst>
              <a:gd name="adj" fmla="val 4706"/>
            </a:avLst>
          </a:prstGeom>
          <a:solidFill>
            <a:schemeClr val="bg2"/>
          </a:solidFill>
          <a:ln/>
        </p:spPr>
      </p:sp>
      <p:sp>
        <p:nvSpPr>
          <p:cNvPr id="41" name="Text 39"/>
          <p:cNvSpPr txBox="1"/>
          <p:nvPr/>
        </p:nvSpPr>
        <p:spPr>
          <a:xfrm>
            <a:off x="715975" y="1508760"/>
            <a:ext cx="4069080" cy="411480"/>
          </a:xfrm>
          <a:prstGeom prst="rect">
            <a:avLst/>
          </a:prstGeom>
          <a:noFill/>
          <a:ln/>
        </p:spPr>
        <p:txBody>
          <a:bodyPr wrap="square" lIns="0" tIns="0" rIns="0" bIns="0" rtlCol="0" anchor="t"/>
          <a:lstStyle/>
          <a:p>
            <a:pPr algn="l" indent="0" marL="0">
              <a:buNone/>
            </a:pPr>
            <a:r>
              <a:rPr lang="en-US" altLang="en-US" sz="1700" b="1" dirty="0">
                <a:solidFill>
                  <a:schemeClr val="tx2"/>
                </a:solidFill>
                <a:latin typeface="Arial" pitchFamily="34" charset="0"/>
                <a:ea typeface="Arial" pitchFamily="34" charset="-122"/>
                <a:cs typeface="Arial" pitchFamily="34" charset="-120"/>
              </a:rPr>
              <a:t>Zero Period window</a:t>
            </a:r>
            <a:endParaRPr lang="en-US" sz="1700" dirty="0"/>
          </a:p>
        </p:txBody>
      </p:sp>
      <p:sp>
        <p:nvSpPr>
          <p:cNvPr id="42" name="Shape 40"/>
          <p:cNvSpPr/>
          <p:nvPr/>
        </p:nvSpPr>
        <p:spPr>
          <a:xfrm>
            <a:off x="898855" y="2331720"/>
            <a:ext cx="3703320" cy="457200"/>
          </a:xfrm>
          <a:prstGeom prst="roundRect">
            <a:avLst>
              <a:gd name="adj" fmla="val 50000"/>
            </a:avLst>
          </a:prstGeom>
          <a:solidFill>
            <a:schemeClr val="accent1"/>
          </a:solidFill>
          <a:ln/>
        </p:spPr>
      </p:sp>
      <p:sp>
        <p:nvSpPr>
          <p:cNvPr id="43" name="Text 41"/>
          <p:cNvSpPr txBox="1"/>
          <p:nvPr/>
        </p:nvSpPr>
        <p:spPr>
          <a:xfrm>
            <a:off x="898855" y="2331720"/>
            <a:ext cx="370332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50 minutes</a:t>
            </a:r>
            <a:endParaRPr lang="en-US" sz="1600" dirty="0"/>
          </a:p>
        </p:txBody>
      </p:sp>
      <p:sp>
        <p:nvSpPr>
          <p:cNvPr id="44" name="Text 42"/>
          <p:cNvSpPr txBox="1"/>
          <p:nvPr/>
        </p:nvSpPr>
        <p:spPr>
          <a:xfrm>
            <a:off x="624535" y="2880360"/>
            <a:ext cx="731520" cy="365760"/>
          </a:xfrm>
          <a:prstGeom prst="rect">
            <a:avLst/>
          </a:prstGeom>
          <a:noFill/>
          <a:ln/>
        </p:spPr>
        <p:txBody>
          <a:bodyPr wrap="square" lIns="0" tIns="0" rIns="0" bIns="0" rtlCol="0" anchor="ctr"/>
          <a:lstStyle/>
          <a:p>
            <a:pPr algn="ctr" indent="0" marL="0">
              <a:buNone/>
            </a:pPr>
            <a:r>
              <a:rPr lang="en-US" altLang="en-US" sz="1600" b="1" dirty="0">
                <a:solidFill>
                  <a:srgbClr val="0B4F52"/>
                </a:solidFill>
                <a:latin typeface="Arial" pitchFamily="34" charset="0"/>
                <a:ea typeface="Arial" pitchFamily="34" charset="-122"/>
                <a:cs typeface="Arial" pitchFamily="34" charset="-120"/>
              </a:rPr>
              <a:t>8:00</a:t>
            </a:r>
            <a:endParaRPr lang="en-US" sz="1600" dirty="0"/>
          </a:p>
        </p:txBody>
      </p:sp>
      <p:sp>
        <p:nvSpPr>
          <p:cNvPr id="45" name="Text 43"/>
          <p:cNvSpPr txBox="1"/>
          <p:nvPr/>
        </p:nvSpPr>
        <p:spPr>
          <a:xfrm>
            <a:off x="4144975" y="2880360"/>
            <a:ext cx="731520" cy="365760"/>
          </a:xfrm>
          <a:prstGeom prst="rect">
            <a:avLst/>
          </a:prstGeom>
          <a:noFill/>
          <a:ln/>
        </p:spPr>
        <p:txBody>
          <a:bodyPr wrap="square" lIns="0" tIns="0" rIns="0" bIns="0" rtlCol="0" anchor="ctr"/>
          <a:lstStyle/>
          <a:p>
            <a:pPr algn="ctr" indent="0" marL="0">
              <a:buNone/>
            </a:pPr>
            <a:r>
              <a:rPr lang="en-US" altLang="en-US" sz="1600" b="1" dirty="0">
                <a:solidFill>
                  <a:srgbClr val="0B4F52"/>
                </a:solidFill>
                <a:latin typeface="Arial" pitchFamily="34" charset="0"/>
                <a:ea typeface="Arial" pitchFamily="34" charset="-122"/>
                <a:cs typeface="Arial" pitchFamily="34" charset="-120"/>
              </a:rPr>
              <a:t>8:50</a:t>
            </a:r>
            <a:endParaRPr lang="en-US" sz="1600" dirty="0"/>
          </a:p>
        </p:txBody>
      </p:sp>
      <p:sp>
        <p:nvSpPr>
          <p:cNvPr id="46" name="Text 44"/>
          <p:cNvSpPr txBox="1"/>
          <p:nvPr/>
        </p:nvSpPr>
        <p:spPr>
          <a:xfrm>
            <a:off x="624535" y="3246120"/>
            <a:ext cx="731520" cy="320040"/>
          </a:xfrm>
          <a:prstGeom prst="rect">
            <a:avLst/>
          </a:prstGeom>
          <a:noFill/>
          <a:ln/>
        </p:spPr>
        <p:txBody>
          <a:bodyPr wrap="square" lIns="0" tIns="0" rIns="0" bIns="0" rtlCol="0" anchor="t"/>
          <a:lstStyle/>
          <a:p>
            <a:pPr algn="ctr" indent="0" marL="0">
              <a:buNone/>
            </a:pPr>
            <a:r>
              <a:rPr lang="en-US" altLang="en-US" sz="1200" dirty="0">
                <a:solidFill>
                  <a:schemeClr val="accent6"/>
                </a:solidFill>
                <a:latin typeface="Arial" pitchFamily="34" charset="0"/>
                <a:ea typeface="Arial" pitchFamily="34" charset="-122"/>
                <a:cs typeface="Arial" pitchFamily="34" charset="-120"/>
              </a:rPr>
              <a:t>Start</a:t>
            </a:r>
            <a:endParaRPr lang="en-US" sz="1200" dirty="0"/>
          </a:p>
        </p:txBody>
      </p:sp>
      <p:sp>
        <p:nvSpPr>
          <p:cNvPr id="47" name="Text 45"/>
          <p:cNvSpPr txBox="1"/>
          <p:nvPr/>
        </p:nvSpPr>
        <p:spPr>
          <a:xfrm>
            <a:off x="4144975" y="3246120"/>
            <a:ext cx="731520" cy="320040"/>
          </a:xfrm>
          <a:prstGeom prst="rect">
            <a:avLst/>
          </a:prstGeom>
          <a:noFill/>
          <a:ln/>
        </p:spPr>
        <p:txBody>
          <a:bodyPr wrap="square" lIns="0" tIns="0" rIns="0" bIns="0" rtlCol="0" anchor="t"/>
          <a:lstStyle/>
          <a:p>
            <a:pPr algn="ctr" indent="0" marL="0">
              <a:buNone/>
            </a:pPr>
            <a:r>
              <a:rPr lang="en-US" altLang="en-US" sz="1200" dirty="0">
                <a:solidFill>
                  <a:schemeClr val="accent6"/>
                </a:solidFill>
                <a:latin typeface="Arial" pitchFamily="34" charset="0"/>
                <a:ea typeface="Arial" pitchFamily="34" charset="-122"/>
                <a:cs typeface="Arial" pitchFamily="34" charset="-120"/>
              </a:rPr>
              <a:t>Close</a:t>
            </a:r>
            <a:endParaRPr lang="en-US" sz="1200" dirty="0"/>
          </a:p>
        </p:txBody>
      </p:sp>
      <p:sp>
        <p:nvSpPr>
          <p:cNvPr id="48" name="Text 46"/>
          <p:cNvSpPr txBox="1"/>
          <p:nvPr/>
        </p:nvSpPr>
        <p:spPr>
          <a:xfrm>
            <a:off x="1493215" y="2926080"/>
            <a:ext cx="2468880" cy="320040"/>
          </a:xfrm>
          <a:prstGeom prst="rect">
            <a:avLst/>
          </a:prstGeom>
          <a:noFill/>
          <a:ln/>
        </p:spPr>
        <p:txBody>
          <a:bodyPr wrap="square" lIns="0" tIns="0" rIns="0" bIns="0" rtlCol="0" anchor="t"/>
          <a:lstStyle/>
          <a:p>
            <a:pPr algn="ctr" indent="0" marL="0">
              <a:buNone/>
            </a:pPr>
            <a:r>
              <a:rPr lang="en-US" altLang="en-US" sz="1200" dirty="0">
                <a:solidFill>
                  <a:schemeClr val="accent6"/>
                </a:solidFill>
                <a:latin typeface="Arial" pitchFamily="34" charset="0"/>
                <a:ea typeface="Arial" pitchFamily="34" charset="-122"/>
                <a:cs typeface="Arial" pitchFamily="34" charset="-120"/>
              </a:rPr>
              <a:t>Start + End + Duration</a:t>
            </a:r>
            <a:endParaRPr lang="en-US" sz="1200" dirty="0"/>
          </a:p>
        </p:txBody>
      </p:sp>
      <p:sp>
        <p:nvSpPr>
          <p:cNvPr id="49" name="results-off"/>
          <p:cNvSpPr/>
          <p:nvPr/>
        </p:nvSpPr>
        <p:spPr>
          <a:xfrm>
            <a:off x="551383" y="3931920"/>
            <a:ext cx="4416552" cy="1051560"/>
          </a:xfrm>
          <a:prstGeom prst="roundRect">
            <a:avLst>
              <a:gd name="adj" fmla="val 10435"/>
            </a:avLst>
          </a:prstGeom>
          <a:solidFill>
            <a:srgbClr val="FBEAE8"/>
          </a:solidFill>
          <a:ln/>
        </p:spPr>
      </p:sp>
      <p:pic>
        <p:nvPicPr>
          <p:cNvPr id="50" name="Image 0" descr="preencoded.png">    </p:cNvPr>
          <p:cNvPicPr>
            <a:picLocks noChangeAspect="1"/>
          </p:cNvPicPr>
          <p:nvPr/>
        </p:nvPicPr>
        <p:blipFill>
          <a:blip r:embed="rId1"/>
          <a:stretch>
            <a:fillRect/>
          </a:stretch>
        </p:blipFill>
        <p:spPr>
          <a:xfrm>
            <a:off x="706831" y="4069080"/>
            <a:ext cx="329184" cy="329184"/>
          </a:xfrm>
          <a:prstGeom prst="rect">
            <a:avLst/>
          </a:prstGeom>
        </p:spPr>
      </p:pic>
      <p:sp>
        <p:nvSpPr>
          <p:cNvPr id="51" name="Text 48"/>
          <p:cNvSpPr txBox="1"/>
          <p:nvPr/>
        </p:nvSpPr>
        <p:spPr>
          <a:xfrm>
            <a:off x="1173175" y="4005072"/>
            <a:ext cx="3657600" cy="365760"/>
          </a:xfrm>
          <a:prstGeom prst="rect">
            <a:avLst/>
          </a:prstGeom>
          <a:noFill/>
          <a:ln/>
        </p:spPr>
        <p:txBody>
          <a:bodyPr wrap="square" lIns="0" tIns="0" rIns="0" bIns="0" rtlCol="0" anchor="t"/>
          <a:lstStyle/>
          <a:p>
            <a:pPr algn="l" indent="0" marL="0">
              <a:buNone/>
            </a:pPr>
            <a:r>
              <a:rPr lang="en-US" altLang="en-US" sz="1400" b="1" dirty="0">
                <a:solidFill>
                  <a:schemeClr val="accent4"/>
                </a:solidFill>
                <a:latin typeface="Arial" pitchFamily="34" charset="0"/>
                <a:ea typeface="Arial" pitchFamily="34" charset="-122"/>
                <a:cs typeface="Arial" pitchFamily="34" charset="-120"/>
              </a:rPr>
              <a:t>Show results automatically: OFF</a:t>
            </a:r>
            <a:endParaRPr lang="en-US" sz="1400" dirty="0"/>
          </a:p>
        </p:txBody>
      </p:sp>
      <p:sp>
        <p:nvSpPr>
          <p:cNvPr id="52" name="Text 49"/>
          <p:cNvSpPr txBox="1"/>
          <p:nvPr/>
        </p:nvSpPr>
        <p:spPr>
          <a:xfrm>
            <a:off x="1173175" y="4407408"/>
            <a:ext cx="3657600" cy="45720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Scores and correct answers are not released immediately</a:t>
            </a:r>
            <a:endParaRPr lang="en-US" sz="1400" dirty="0"/>
          </a:p>
        </p:txBody>
      </p:sp>
      <p:sp>
        <p:nvSpPr>
          <p:cNvPr id="53" name="time-warning"/>
          <p:cNvSpPr/>
          <p:nvPr/>
        </p:nvSpPr>
        <p:spPr>
          <a:xfrm>
            <a:off x="551383" y="5120640"/>
            <a:ext cx="4416552" cy="914400"/>
          </a:xfrm>
          <a:prstGeom prst="roundRect">
            <a:avLst>
              <a:gd name="adj" fmla="val 12000"/>
            </a:avLst>
          </a:prstGeom>
          <a:solidFill>
            <a:srgbClr val="FFF4D6"/>
          </a:solidFill>
          <a:ln/>
        </p:spPr>
      </p:sp>
      <p:pic>
        <p:nvPicPr>
          <p:cNvPr id="54" name="Image 1" descr="preencoded.png">    </p:cNvPr>
          <p:cNvPicPr>
            <a:picLocks noChangeAspect="1"/>
          </p:cNvPicPr>
          <p:nvPr/>
        </p:nvPicPr>
        <p:blipFill>
          <a:blip r:embed="rId2"/>
          <a:stretch>
            <a:fillRect/>
          </a:stretch>
        </p:blipFill>
        <p:spPr>
          <a:xfrm>
            <a:off x="725119" y="5285232"/>
            <a:ext cx="310896" cy="310896"/>
          </a:xfrm>
          <a:prstGeom prst="rect">
            <a:avLst/>
          </a:prstGeom>
        </p:spPr>
      </p:pic>
      <p:sp>
        <p:nvSpPr>
          <p:cNvPr id="55" name="Text 51"/>
          <p:cNvSpPr txBox="1"/>
          <p:nvPr/>
        </p:nvSpPr>
        <p:spPr>
          <a:xfrm>
            <a:off x="1173175" y="5120640"/>
            <a:ext cx="3657600" cy="914400"/>
          </a:xfrm>
          <a:prstGeom prst="rect">
            <a:avLst/>
          </a:prstGeom>
          <a:noFill/>
          <a:ln/>
        </p:spPr>
        <p:txBody>
          <a:bodyPr wrap="square" lIns="0" tIns="0" rIns="0" bIns="0" rtlCol="0" anchor="ctr"/>
          <a:lstStyle/>
          <a:p>
            <a:pPr algn="l" indent="0" marL="0">
              <a:buNone/>
            </a:pPr>
            <a:r>
              <a:rPr lang="en-US" altLang="en-US" sz="1400" b="1" dirty="0">
                <a:solidFill>
                  <a:schemeClr val="tx1"/>
                </a:solidFill>
                <a:latin typeface="Arial" pitchFamily="34" charset="0"/>
                <a:ea typeface="Arial" pitchFamily="34" charset="-122"/>
                <a:cs typeface="Arial" pitchFamily="34" charset="-120"/>
              </a:rPr>
              <a:t>If the time field won't accept 8:50, tell your HoD before test day</a:t>
            </a:r>
            <a:endParaRPr lang="en-US" sz="1400" dirty="0"/>
          </a:p>
        </p:txBody>
      </p:sp>
      <p:sp>
        <p:nvSpPr>
          <p:cNvPr id="56" name="Slide Number Placeholder 0"/>
          <p:cNvSpPr>
            <a:spLocks noGrp="1"/>
          </p:cNvSpPr>
          <p:nvPr>
            <p:ph type="sldNum" sz="quarter" idx="4294967295"/>
          </p:nvPr>
        </p:nvSpPr>
        <p:spPr>
          <a:xfrm>
            <a:off x="11201400" y="6419088"/>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6B7A8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1307592" y="347472"/>
            <a:ext cx="10332720" cy="777240"/>
          </a:xfrm>
          <a:prstGeom prst="rect">
            <a:avLst/>
          </a:prstGeom>
          <a:noFill/>
          <a:ln/>
        </p:spPr>
        <p:txBody>
          <a:bodyPr wrap="square" lIns="0" tIns="0" rIns="0" bIns="0" rtlCol="0" anchor="ctr"/>
          <a:lstStyle/>
          <a:p>
            <a:pPr algn="l" indent="0" marL="0">
              <a:buNone/>
            </a:pPr>
            <a:r>
              <a:rPr lang="en-US" altLang="en-US" sz="3000" b="1" dirty="0">
                <a:solidFill>
                  <a:schemeClr val="tx2"/>
                </a:solidFill>
              </a:rPr>
              <a:t>Summary of mandatory settings</a:t>
            </a:r>
            <a:endParaRPr lang="en-US" sz="3000" dirty="0"/>
          </a:p>
        </p:txBody>
      </p:sp>
      <p:sp>
        <p:nvSpPr>
          <p:cNvPr id="3" name="title-badge"/>
          <p:cNvSpPr/>
          <p:nvPr/>
        </p:nvSpPr>
        <p:spPr>
          <a:xfrm>
            <a:off x="505663" y="411480"/>
            <a:ext cx="640080" cy="640080"/>
          </a:xfrm>
          <a:prstGeom prst="ellipse">
            <a:avLst/>
          </a:prstGeom>
          <a:solidFill>
            <a:schemeClr val="accent1"/>
          </a:solidFill>
          <a:ln/>
        </p:spPr>
      </p:sp>
      <p:pic>
        <p:nvPicPr>
          <p:cNvPr id="4" name="Image 0" descr="preencoded.png">    </p:cNvPr>
          <p:cNvPicPr>
            <a:picLocks noChangeAspect="1"/>
          </p:cNvPicPr>
          <p:nvPr/>
        </p:nvPicPr>
        <p:blipFill>
          <a:blip r:embed="rId1"/>
          <a:stretch>
            <a:fillRect/>
          </a:stretch>
        </p:blipFill>
        <p:spPr>
          <a:xfrm>
            <a:off x="670255" y="576072"/>
            <a:ext cx="310896" cy="310896"/>
          </a:xfrm>
          <a:prstGeom prst="rect">
            <a:avLst/>
          </a:prstGeom>
        </p:spPr>
      </p:pic>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51383" y="1371600"/>
          <a:ext cx="11091672" cy="914400"/>
        </p:xfrm>
        <a:graphic>
          <a:graphicData uri="http://schemas.openxmlformats.org/drawingml/2006/table">
            <a:tbl>
              <a:tblPr/>
              <a:tblGrid>
                <a:gridCol w="3657600"/>
                <a:gridCol w="7434072"/>
              </a:tblGrid>
              <a:tr h="370332">
                <a:tc>
                  <a:txBody>
                    <a:bodyPr/>
                    <a:lstStyle/>
                    <a:p>
                      <a:pPr algn="l" indent="0" marL="0">
                        <a:buNone/>
                      </a:pPr>
                      <a:r>
                        <a:rPr lang="en-US" altLang="en-US" sz="1400" b="1" dirty="0">
                          <a:solidFill>
                            <a:srgbClr val="FFFFFF"/>
                          </a:solidFill>
                          <a:latin typeface="Arial" pitchFamily="34" charset="0"/>
                          <a:ea typeface="Arial" pitchFamily="34" charset="-122"/>
                          <a:cs typeface="Arial" pitchFamily="34" charset="-120"/>
                        </a:rPr>
                        <a:t>Setting</a:t>
                      </a:r>
                      <a:endParaRPr lang="en-US" sz="14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0B4F52"/>
                    </a:solidFill>
                  </a:tcPr>
                </a:tc>
                <a:tc>
                  <a:txBody>
                    <a:bodyPr/>
                    <a:lstStyle/>
                    <a:p>
                      <a:pPr algn="l" indent="0" marL="0">
                        <a:buNone/>
                      </a:pPr>
                      <a:r>
                        <a:rPr lang="en-US" altLang="en-US" sz="1400" b="1" dirty="0">
                          <a:solidFill>
                            <a:srgbClr val="FFFFFF"/>
                          </a:solidFill>
                          <a:latin typeface="Arial" pitchFamily="34" charset="0"/>
                          <a:ea typeface="Arial" pitchFamily="34" charset="-122"/>
                          <a:cs typeface="Arial" pitchFamily="34" charset="-120"/>
                        </a:rPr>
                        <a:t>Required action / verification</a:t>
                      </a:r>
                      <a:endParaRPr lang="en-US" sz="14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0B4F52"/>
                    </a:solidFill>
                  </a:tcPr>
                </a:tc>
              </a:tr>
              <a:tr h="370332">
                <a:tc>
                  <a:txBody>
                    <a:bodyPr/>
                    <a:lstStyle/>
                    <a:p>
                      <a:pPr algn="l" indent="0" marL="0">
                        <a:buNone/>
                      </a:pPr>
                      <a:r>
                        <a:rPr lang="en-US" altLang="en-US" sz="1300" b="1" dirty="0">
                          <a:solidFill>
                            <a:srgbClr val="0B4F52"/>
                          </a:solidFill>
                          <a:latin typeface="Arial" pitchFamily="34" charset="0"/>
                          <a:ea typeface="Arial" pitchFamily="34" charset="-122"/>
                          <a:cs typeface="Arial" pitchFamily="34" charset="-120"/>
                        </a:rPr>
                        <a:t>Quiz type</a:t>
                      </a:r>
                      <a:endParaRPr lang="en-US"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1B2A33"/>
                          </a:solidFill>
                          <a:latin typeface="Arial" pitchFamily="34" charset="0"/>
                          <a:ea typeface="Arial" pitchFamily="34" charset="-122"/>
                          <a:cs typeface="Arial" pitchFamily="34" charset="-120"/>
                        </a:rPr>
                        <a:t>Use New Quiz and assign points to all assessed items</a:t>
                      </a:r>
                      <a:endParaRPr lang="en-US"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r>
              <a:tr h="370332">
                <a:tc>
                  <a:txBody>
                    <a:bodyPr/>
                    <a:lstStyle/>
                    <a:p>
                      <a:pPr algn="l" indent="0" marL="0">
                        <a:buNone/>
                      </a:pPr>
                      <a:r>
                        <a:rPr lang="en-US" altLang="en-US" sz="1300" b="1" dirty="0">
                          <a:solidFill>
                            <a:srgbClr val="0B4F52"/>
                          </a:solidFill>
                          <a:latin typeface="Arial" pitchFamily="34" charset="0"/>
                          <a:ea typeface="Arial" pitchFamily="34" charset="-122"/>
                          <a:cs typeface="Arial" pitchFamily="34" charset="-120"/>
                        </a:rPr>
                        <a:t>Access</a:t>
                      </a:r>
                      <a:endParaRPr lang="en-US"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c>
                  <a:txBody>
                    <a:bodyPr/>
                    <a:lstStyle/>
                    <a:p>
                      <a:pPr algn="l" indent="0" marL="0">
                        <a:buNone/>
                      </a:pPr>
                      <a:r>
                        <a:rPr lang="en-US" altLang="en-US" sz="1300" dirty="0">
                          <a:solidFill>
                            <a:srgbClr val="1B2A33"/>
                          </a:solidFill>
                          <a:latin typeface="Arial" pitchFamily="34" charset="0"/>
                          <a:ea typeface="Arial" pitchFamily="34" charset="-122"/>
                          <a:cs typeface="Arial" pitchFamily="34" charset="-120"/>
                        </a:rPr>
                        <a:t>Only people in my organization can respond</a:t>
                      </a:r>
                      <a:endParaRPr lang="en-US"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r>
              <a:tr h="370332">
                <a:tc>
                  <a:txBody>
                    <a:bodyPr/>
                    <a:lstStyle/>
                    <a:p>
                      <a:pPr algn="l" indent="0" marL="0">
                        <a:buNone/>
                      </a:pPr>
                      <a:r>
                        <a:rPr lang="en-US" altLang="en-US" sz="1300" b="1" dirty="0">
                          <a:solidFill>
                            <a:srgbClr val="0B4F52"/>
                          </a:solidFill>
                          <a:latin typeface="Arial" pitchFamily="34" charset="0"/>
                          <a:ea typeface="Arial" pitchFamily="34" charset="-122"/>
                          <a:cs typeface="Arial" pitchFamily="34" charset="-120"/>
                        </a:rPr>
                        <a:t>Record name</a:t>
                      </a:r>
                      <a:endParaRPr lang="en-US"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1B2A33"/>
                          </a:solidFill>
                          <a:latin typeface="Arial" pitchFamily="34" charset="0"/>
                          <a:ea typeface="Arial" pitchFamily="34" charset="-122"/>
                          <a:cs typeface="Arial" pitchFamily="34" charset="-120"/>
                        </a:rPr>
                        <a:t>On, so each response is linked to the signed-in student</a:t>
                      </a:r>
                      <a:endParaRPr lang="en-US"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r>
              <a:tr h="370332">
                <a:tc>
                  <a:txBody>
                    <a:bodyPr/>
                    <a:lstStyle/>
                    <a:p>
                      <a:pPr algn="l" indent="0" marL="0">
                        <a:buNone/>
                      </a:pPr>
                      <a:r>
                        <a:rPr lang="en-US" altLang="en-US" sz="1300" b="1" dirty="0">
                          <a:solidFill>
                            <a:srgbClr val="0B4F52"/>
                          </a:solidFill>
                          <a:latin typeface="Arial" pitchFamily="34" charset="0"/>
                          <a:ea typeface="Arial" pitchFamily="34" charset="-122"/>
                          <a:cs typeface="Arial" pitchFamily="34" charset="-120"/>
                        </a:rPr>
                        <a:t>One response per person</a:t>
                      </a:r>
                      <a:endParaRPr lang="en-US"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c>
                  <a:txBody>
                    <a:bodyPr/>
                    <a:lstStyle/>
                    <a:p>
                      <a:pPr algn="l" indent="0" marL="0">
                        <a:buNone/>
                      </a:pPr>
                      <a:r>
                        <a:rPr lang="en-US" altLang="en-US" sz="1300" dirty="0">
                          <a:solidFill>
                            <a:srgbClr val="1B2A33"/>
                          </a:solidFill>
                          <a:latin typeface="Arial" pitchFamily="34" charset="0"/>
                          <a:ea typeface="Arial" pitchFamily="34" charset="-122"/>
                          <a:cs typeface="Arial" pitchFamily="34" charset="-120"/>
                        </a:rPr>
                        <a:t>On, to prevent repeat submissions</a:t>
                      </a:r>
                      <a:endParaRPr lang="en-US"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r>
              <a:tr h="370332">
                <a:tc>
                  <a:txBody>
                    <a:bodyPr/>
                    <a:lstStyle/>
                    <a:p>
                      <a:pPr algn="l" indent="0" marL="0">
                        <a:buNone/>
                      </a:pPr>
                      <a:r>
                        <a:rPr lang="en-US" altLang="en-US" sz="1300" b="1" dirty="0">
                          <a:solidFill>
                            <a:srgbClr val="0B4F52"/>
                          </a:solidFill>
                          <a:latin typeface="Arial" pitchFamily="34" charset="0"/>
                          <a:ea typeface="Arial" pitchFamily="34" charset="-122"/>
                          <a:cs typeface="Arial" pitchFamily="34" charset="-120"/>
                        </a:rPr>
                        <a:t>Start / End date &amp; time</a:t>
                      </a:r>
                      <a:endParaRPr lang="en-US"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1B2A33"/>
                          </a:solidFill>
                          <a:latin typeface="Arial" pitchFamily="34" charset="0"/>
                          <a:ea typeface="Arial" pitchFamily="34" charset="-122"/>
                          <a:cs typeface="Arial" pitchFamily="34" charset="-120"/>
                        </a:rPr>
                        <a:t>Test day, 8:00 – 8:50 am, in the correct local time</a:t>
                      </a:r>
                      <a:endParaRPr lang="en-US"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r>
              <a:tr h="370332">
                <a:tc>
                  <a:txBody>
                    <a:bodyPr/>
                    <a:lstStyle/>
                    <a:p>
                      <a:pPr algn="l" indent="0" marL="0">
                        <a:buNone/>
                      </a:pPr>
                      <a:r>
                        <a:rPr lang="en-US" altLang="en-US" sz="1300" b="1" dirty="0">
                          <a:solidFill>
                            <a:srgbClr val="0B4F52"/>
                          </a:solidFill>
                          <a:latin typeface="Arial" pitchFamily="34" charset="0"/>
                          <a:ea typeface="Arial" pitchFamily="34" charset="-122"/>
                          <a:cs typeface="Arial" pitchFamily="34" charset="-120"/>
                        </a:rPr>
                        <a:t>Time duration</a:t>
                      </a:r>
                      <a:endParaRPr lang="en-US"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c>
                  <a:txBody>
                    <a:bodyPr/>
                    <a:lstStyle/>
                    <a:p>
                      <a:pPr algn="l" indent="0" marL="0">
                        <a:buNone/>
                      </a:pPr>
                      <a:r>
                        <a:rPr lang="en-US" altLang="en-US" sz="1300" dirty="0">
                          <a:solidFill>
                            <a:srgbClr val="1B2A33"/>
                          </a:solidFill>
                          <a:latin typeface="Arial" pitchFamily="34" charset="0"/>
                          <a:ea typeface="Arial" pitchFamily="34" charset="-122"/>
                          <a:cs typeface="Arial" pitchFamily="34" charset="-120"/>
                        </a:rPr>
                        <a:t>50 minutes</a:t>
                      </a:r>
                      <a:endParaRPr lang="en-US"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r>
              <a:tr h="370332">
                <a:tc>
                  <a:txBody>
                    <a:bodyPr/>
                    <a:lstStyle/>
                    <a:p>
                      <a:pPr algn="l" indent="0" marL="0">
                        <a:buNone/>
                      </a:pPr>
                      <a:r>
                        <a:rPr lang="en-US" altLang="en-US" sz="1300" b="1" dirty="0">
                          <a:solidFill>
                            <a:srgbClr val="0B4F52"/>
                          </a:solidFill>
                          <a:latin typeface="Arial" pitchFamily="34" charset="0"/>
                          <a:ea typeface="Arial" pitchFamily="34" charset="-122"/>
                          <a:cs typeface="Arial" pitchFamily="34" charset="-120"/>
                        </a:rPr>
                        <a:t>Show results automatically</a:t>
                      </a:r>
                      <a:endParaRPr lang="en-US"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1B2A33"/>
                          </a:solidFill>
                          <a:latin typeface="Arial" pitchFamily="34" charset="0"/>
                          <a:ea typeface="Arial" pitchFamily="34" charset="-122"/>
                          <a:cs typeface="Arial" pitchFamily="34" charset="-120"/>
                        </a:rPr>
                        <a:t>OFF — do not release scores or answers immediately</a:t>
                      </a:r>
                      <a:endParaRPr lang="en-US"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r>
              <a:tr h="370332">
                <a:tc>
                  <a:txBody>
                    <a:bodyPr/>
                    <a:lstStyle/>
                    <a:p>
                      <a:pPr algn="l" indent="0" marL="0">
                        <a:buNone/>
                      </a:pPr>
                      <a:r>
                        <a:rPr lang="en-US" altLang="en-US" sz="1300" b="1" dirty="0">
                          <a:solidFill>
                            <a:srgbClr val="0B4F52"/>
                          </a:solidFill>
                          <a:latin typeface="Arial" pitchFamily="34" charset="0"/>
                          <a:ea typeface="Arial" pitchFamily="34" charset="-122"/>
                          <a:cs typeface="Arial" pitchFamily="34" charset="-120"/>
                        </a:rPr>
                        <a:t>Shuffle questions</a:t>
                      </a:r>
                      <a:endParaRPr lang="en-US"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c>
                  <a:txBody>
                    <a:bodyPr/>
                    <a:lstStyle/>
                    <a:p>
                      <a:pPr algn="l" indent="0" marL="0">
                        <a:buNone/>
                      </a:pPr>
                      <a:r>
                        <a:rPr lang="en-US" altLang="en-US" sz="1300" dirty="0">
                          <a:solidFill>
                            <a:srgbClr val="1B2A33"/>
                          </a:solidFill>
                          <a:latin typeface="Arial" pitchFamily="34" charset="0"/>
                          <a:ea typeface="Arial" pitchFamily="34" charset="-122"/>
                          <a:cs typeface="Arial" pitchFamily="34" charset="-120"/>
                        </a:rPr>
                        <a:t>When appropriate; off if questions depend on a fixed order</a:t>
                      </a:r>
                      <a:endParaRPr lang="en-US"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r>
              <a:tr h="370332">
                <a:tc>
                  <a:txBody>
                    <a:bodyPr/>
                    <a:lstStyle/>
                    <a:p>
                      <a:pPr algn="l" indent="0" marL="0">
                        <a:buNone/>
                      </a:pPr>
                      <a:r>
                        <a:rPr lang="en-US" altLang="en-US" sz="1300" b="1" dirty="0">
                          <a:solidFill>
                            <a:srgbClr val="0B4F52"/>
                          </a:solidFill>
                          <a:latin typeface="Arial" pitchFamily="34" charset="0"/>
                          <a:ea typeface="Arial" pitchFamily="34" charset="-122"/>
                          <a:cs typeface="Arial" pitchFamily="34" charset="-120"/>
                        </a:rPr>
                        <a:t>Shuffle options</a:t>
                      </a:r>
                      <a:endParaRPr lang="en-US"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1B2A33"/>
                          </a:solidFill>
                          <a:latin typeface="Arial" pitchFamily="34" charset="0"/>
                          <a:ea typeface="Arial" pitchFamily="34" charset="-122"/>
                          <a:cs typeface="Arial" pitchFamily="34" charset="-120"/>
                        </a:rPr>
                        <a:t>For suitable questions; check options like "All of the above"</a:t>
                      </a:r>
                      <a:endParaRPr lang="en-US"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r>
              <a:tr h="370332">
                <a:tc>
                  <a:txBody>
                    <a:bodyPr/>
                    <a:lstStyle/>
                    <a:p>
                      <a:pPr algn="l" indent="0" marL="0">
                        <a:buNone/>
                      </a:pPr>
                      <a:r>
                        <a:rPr lang="en-US" altLang="en-US" sz="1300" b="1" dirty="0">
                          <a:solidFill>
                            <a:srgbClr val="0B4F52"/>
                          </a:solidFill>
                          <a:latin typeface="Arial" pitchFamily="34" charset="0"/>
                          <a:ea typeface="Arial" pitchFamily="34" charset="-122"/>
                          <a:cs typeface="Arial" pitchFamily="34" charset="-120"/>
                        </a:rPr>
                        <a:t>Required</a:t>
                      </a:r>
                      <a:endParaRPr lang="en-US"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c>
                  <a:txBody>
                    <a:bodyPr/>
                    <a:lstStyle/>
                    <a:p>
                      <a:pPr algn="l" indent="0" marL="0">
                        <a:buNone/>
                      </a:pPr>
                      <a:r>
                        <a:rPr lang="en-US" altLang="en-US" sz="1300" dirty="0">
                          <a:solidFill>
                            <a:srgbClr val="1B2A33"/>
                          </a:solidFill>
                          <a:latin typeface="Arial" pitchFamily="34" charset="0"/>
                          <a:ea typeface="Arial" pitchFamily="34" charset="-122"/>
                          <a:cs typeface="Arial" pitchFamily="34" charset="-120"/>
                        </a:rPr>
                        <a:t>On for every assessed item</a:t>
                      </a:r>
                      <a:endParaRPr lang="en-US"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r>
              <a:tr h="370332">
                <a:tc>
                  <a:txBody>
                    <a:bodyPr/>
                    <a:lstStyle/>
                    <a:p>
                      <a:pPr algn="l" indent="0" marL="0">
                        <a:buNone/>
                      </a:pPr>
                      <a:r>
                        <a:rPr lang="en-US" altLang="en-US" sz="1300" b="1" dirty="0">
                          <a:solidFill>
                            <a:srgbClr val="0B4F52"/>
                          </a:solidFill>
                          <a:latin typeface="Arial" pitchFamily="34" charset="0"/>
                          <a:ea typeface="Arial" pitchFamily="34" charset="-122"/>
                          <a:cs typeface="Arial" pitchFamily="34" charset="-120"/>
                        </a:rPr>
                        <a:t>Accept responses</a:t>
                      </a:r>
                      <a:endParaRPr lang="en-US"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1B2A33"/>
                          </a:solidFill>
                          <a:latin typeface="Arial" pitchFamily="34" charset="0"/>
                          <a:ea typeface="Arial" pitchFamily="34" charset="-122"/>
                          <a:cs typeface="Arial" pitchFamily="34" charset="-120"/>
                        </a:rPr>
                        <a:t>Collection only within the authorised window</a:t>
                      </a:r>
                      <a:endParaRPr lang="en-US"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r>
              <a:tr h="370332">
                <a:tc>
                  <a:txBody>
                    <a:bodyPr/>
                    <a:lstStyle/>
                    <a:p>
                      <a:pPr algn="l" indent="0" marL="0">
                        <a:buNone/>
                      </a:pPr>
                      <a:r>
                        <a:rPr lang="en-US" altLang="en-US" sz="1300" b="1" dirty="0">
                          <a:solidFill>
                            <a:srgbClr val="0B4F52"/>
                          </a:solidFill>
                          <a:latin typeface="Arial" pitchFamily="34" charset="0"/>
                          <a:ea typeface="Arial" pitchFamily="34" charset="-122"/>
                          <a:cs typeface="Arial" pitchFamily="34" charset="-120"/>
                        </a:rPr>
                        <a:t>Preview &amp; trial</a:t>
                      </a:r>
                      <a:endParaRPr lang="en-US"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c>
                  <a:txBody>
                    <a:bodyPr/>
                    <a:lstStyle/>
                    <a:p>
                      <a:pPr algn="l" indent="0" marL="0">
                        <a:buNone/>
                      </a:pPr>
                      <a:r>
                        <a:rPr lang="en-US" altLang="en-US" sz="1300" dirty="0">
                          <a:solidFill>
                            <a:srgbClr val="1B2A33"/>
                          </a:solidFill>
                          <a:latin typeface="Arial" pitchFamily="34" charset="0"/>
                          <a:ea typeface="Arial" pitchFamily="34" charset="-122"/>
                          <a:cs typeface="Arial" pitchFamily="34" charset="-120"/>
                        </a:rPr>
                        <a:t>Student-view test on the expected devices</a:t>
                      </a:r>
                      <a:endParaRPr lang="en-US" sz="1300" dirty="0">
                        <a:latin typeface="Arial" charset="0"/>
                        <a:ea typeface="Arial" charset="0"/>
                        <a:cs typeface="Arial" charset="0"/>
                      </a:endParaRPr>
                    </a:p>
                  </a:txBody>
                  <a:tcPr marL="109728" marR="109728" marT="27432" marB="27432"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r>
            </a:tbl>
          </a:graphicData>
        </a:graphic>
      </p:graphicFrame>
      <p:sp>
        <p:nvSpPr>
          <p:cNvPr id="6" name="Slide Number Placeholder 0"/>
          <p:cNvSpPr>
            <a:spLocks noGrp="1"/>
          </p:cNvSpPr>
          <p:nvPr>
            <p:ph type="sldNum" sz="quarter" idx="4294967295"/>
          </p:nvPr>
        </p:nvSpPr>
        <p:spPr>
          <a:xfrm>
            <a:off x="11201400" y="6419088"/>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6B7A8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1307592" y="347472"/>
            <a:ext cx="10332720" cy="777240"/>
          </a:xfrm>
          <a:prstGeom prst="rect">
            <a:avLst/>
          </a:prstGeom>
          <a:noFill/>
          <a:ln/>
        </p:spPr>
        <p:txBody>
          <a:bodyPr wrap="square" lIns="0" tIns="0" rIns="0" bIns="0" rtlCol="0" anchor="ctr"/>
          <a:lstStyle/>
          <a:p>
            <a:pPr algn="l" indent="0" marL="0">
              <a:buNone/>
            </a:pPr>
            <a:r>
              <a:rPr lang="en-US" altLang="en-US" sz="3000" b="1" dirty="0">
                <a:solidFill>
                  <a:schemeClr val="tx2"/>
                </a:solidFill>
              </a:rPr>
              <a:t>Preview and trial in student view</a:t>
            </a:r>
            <a:endParaRPr lang="en-US" sz="3000" dirty="0"/>
          </a:p>
        </p:txBody>
      </p:sp>
      <p:sp>
        <p:nvSpPr>
          <p:cNvPr id="3" name="title-badge"/>
          <p:cNvSpPr/>
          <p:nvPr/>
        </p:nvSpPr>
        <p:spPr>
          <a:xfrm>
            <a:off x="505663" y="411480"/>
            <a:ext cx="640080" cy="640080"/>
          </a:xfrm>
          <a:prstGeom prst="ellipse">
            <a:avLst/>
          </a:prstGeom>
          <a:solidFill>
            <a:schemeClr val="accent1"/>
          </a:solidFill>
          <a:ln/>
        </p:spPr>
      </p:sp>
      <p:sp>
        <p:nvSpPr>
          <p:cNvPr id="4" name="Text 2"/>
          <p:cNvSpPr txBox="1"/>
          <p:nvPr/>
        </p:nvSpPr>
        <p:spPr>
          <a:xfrm>
            <a:off x="505663" y="411480"/>
            <a:ext cx="640080" cy="640080"/>
          </a:xfrm>
          <a:prstGeom prst="rect">
            <a:avLst/>
          </a:prstGeom>
          <a:noFill/>
          <a:ln/>
        </p:spPr>
        <p:txBody>
          <a:bodyPr wrap="square" lIns="0" tIns="0" rIns="0" bIns="0" rtlCol="0" anchor="ctr"/>
          <a:lstStyle/>
          <a:p>
            <a:pPr algn="ctr" indent="0" marL="0">
              <a:buNone/>
            </a:pPr>
            <a:r>
              <a:rPr lang="en-US" altLang="en-US" sz="2400" b="1" dirty="0">
                <a:solidFill>
                  <a:schemeClr val="bg1"/>
                </a:solidFill>
                <a:latin typeface="Arial" pitchFamily="34" charset="0"/>
                <a:ea typeface="Arial" pitchFamily="34" charset="-122"/>
                <a:cs typeface="Arial" pitchFamily="34" charset="-120"/>
              </a:rPr>
              <a:t>6</a:t>
            </a:r>
            <a:endParaRPr lang="en-US" sz="2400" dirty="0"/>
          </a:p>
        </p:txBody>
      </p:sp>
      <p:sp>
        <p:nvSpPr>
          <p:cNvPr id="5" name="laptop"/>
          <p:cNvSpPr/>
          <p:nvPr/>
        </p:nvSpPr>
        <p:spPr>
          <a:xfrm>
            <a:off x="5699455" y="1691640"/>
            <a:ext cx="4206240" cy="2743200"/>
          </a:xfrm>
          <a:prstGeom prst="roundRect">
            <a:avLst>
              <a:gd name="adj" fmla="val 3333"/>
            </a:avLst>
          </a:prstGeom>
          <a:solidFill>
            <a:srgbClr val="1B2A33"/>
          </a:solidFill>
          <a:ln/>
        </p:spPr>
      </p:sp>
      <p:sp>
        <p:nvSpPr>
          <p:cNvPr id="6" name="Shape 4"/>
          <p:cNvSpPr/>
          <p:nvPr/>
        </p:nvSpPr>
        <p:spPr>
          <a:xfrm>
            <a:off x="5836615" y="1828800"/>
            <a:ext cx="3931920" cy="2468880"/>
          </a:xfrm>
          <a:prstGeom prst="rect">
            <a:avLst/>
          </a:prstGeom>
          <a:solidFill>
            <a:srgbClr val="FFFFFF"/>
          </a:solidFill>
          <a:ln/>
        </p:spPr>
      </p:sp>
      <p:sp>
        <p:nvSpPr>
          <p:cNvPr id="7" name="Shape 5"/>
          <p:cNvSpPr/>
          <p:nvPr/>
        </p:nvSpPr>
        <p:spPr>
          <a:xfrm>
            <a:off x="5836615" y="1828800"/>
            <a:ext cx="3931920" cy="457200"/>
          </a:xfrm>
          <a:prstGeom prst="rect">
            <a:avLst/>
          </a:prstGeom>
          <a:solidFill>
            <a:srgbClr val="03787C"/>
          </a:solidFill>
          <a:ln/>
        </p:spPr>
      </p:sp>
      <p:sp>
        <p:nvSpPr>
          <p:cNvPr id="8" name="Text 6"/>
          <p:cNvSpPr txBox="1"/>
          <p:nvPr/>
        </p:nvSpPr>
        <p:spPr>
          <a:xfrm>
            <a:off x="5928055" y="1828800"/>
            <a:ext cx="3749040" cy="457200"/>
          </a:xfrm>
          <a:prstGeom prst="rect">
            <a:avLst/>
          </a:prstGeom>
          <a:noFill/>
          <a:ln/>
        </p:spPr>
        <p:txBody>
          <a:bodyPr wrap="square" lIns="0" tIns="0" rIns="0" bIns="0" rtlCol="0" anchor="ctr"/>
          <a:lstStyle/>
          <a:p>
            <a:pPr algn="l" indent="0" marL="0">
              <a:buNone/>
            </a:pPr>
            <a:r>
              <a:rPr lang="en-US" altLang="en-US" sz="1100" b="1" dirty="0">
                <a:solidFill>
                  <a:srgbClr val="FFFFFF"/>
                </a:solidFill>
                <a:latin typeface="Arial" pitchFamily="34" charset="0"/>
                <a:ea typeface="Arial" pitchFamily="34" charset="-122"/>
                <a:cs typeface="Arial" pitchFamily="34" charset="-120"/>
              </a:rPr>
              <a:t>Mid-Semester 1 Test 2026–2027 – Biology…</a:t>
            </a:r>
            <a:endParaRPr lang="en-US" sz="1100" dirty="0"/>
          </a:p>
        </p:txBody>
      </p:sp>
      <p:sp>
        <p:nvSpPr>
          <p:cNvPr id="9" name="Text 7"/>
          <p:cNvSpPr txBox="1"/>
          <p:nvPr/>
        </p:nvSpPr>
        <p:spPr>
          <a:xfrm>
            <a:off x="8716975" y="2331720"/>
            <a:ext cx="1005840" cy="274320"/>
          </a:xfrm>
          <a:prstGeom prst="rect">
            <a:avLst/>
          </a:prstGeom>
          <a:noFill/>
          <a:ln/>
        </p:spPr>
        <p:txBody>
          <a:bodyPr wrap="square" lIns="0" tIns="0" rIns="0" bIns="0" rtlCol="0" anchor="ctr"/>
          <a:lstStyle/>
          <a:p>
            <a:pPr algn="r" indent="0" marL="0">
              <a:buNone/>
            </a:pPr>
            <a:r>
              <a:rPr lang="en-US" altLang="en-US" sz="1100" b="1" dirty="0">
                <a:solidFill>
                  <a:srgbClr val="C0392B"/>
                </a:solidFill>
                <a:latin typeface="Arial" pitchFamily="34" charset="0"/>
                <a:ea typeface="Arial" pitchFamily="34" charset="-122"/>
                <a:cs typeface="Arial" pitchFamily="34" charset="-120"/>
              </a:rPr>
              <a:t>⏱  49:58</a:t>
            </a:r>
            <a:endParaRPr lang="en-US" sz="1100" dirty="0"/>
          </a:p>
        </p:txBody>
      </p:sp>
      <p:sp>
        <p:nvSpPr>
          <p:cNvPr id="10" name="Shape 8"/>
          <p:cNvSpPr/>
          <p:nvPr/>
        </p:nvSpPr>
        <p:spPr>
          <a:xfrm>
            <a:off x="6019495" y="2697480"/>
            <a:ext cx="2743200" cy="128016"/>
          </a:xfrm>
          <a:prstGeom prst="roundRect">
            <a:avLst>
              <a:gd name="adj" fmla="val 50000"/>
            </a:avLst>
          </a:prstGeom>
          <a:solidFill>
            <a:srgbClr val="D9E3E6"/>
          </a:solidFill>
          <a:ln/>
        </p:spPr>
      </p:sp>
      <p:sp>
        <p:nvSpPr>
          <p:cNvPr id="11" name="Shape 9"/>
          <p:cNvSpPr/>
          <p:nvPr/>
        </p:nvSpPr>
        <p:spPr>
          <a:xfrm>
            <a:off x="6019495" y="2898648"/>
            <a:ext cx="1828800" cy="91440"/>
          </a:xfrm>
          <a:prstGeom prst="roundRect">
            <a:avLst>
              <a:gd name="adj" fmla="val 50000"/>
            </a:avLst>
          </a:prstGeom>
          <a:solidFill>
            <a:srgbClr val="EEF2F3"/>
          </a:solidFill>
          <a:ln/>
        </p:spPr>
      </p:sp>
      <p:sp>
        <p:nvSpPr>
          <p:cNvPr id="12" name="Shape 10"/>
          <p:cNvSpPr/>
          <p:nvPr/>
        </p:nvSpPr>
        <p:spPr>
          <a:xfrm>
            <a:off x="6019495" y="3200400"/>
            <a:ext cx="2286000" cy="128016"/>
          </a:xfrm>
          <a:prstGeom prst="roundRect">
            <a:avLst>
              <a:gd name="adj" fmla="val 50000"/>
            </a:avLst>
          </a:prstGeom>
          <a:solidFill>
            <a:srgbClr val="D9E3E6"/>
          </a:solidFill>
          <a:ln/>
        </p:spPr>
      </p:sp>
      <p:sp>
        <p:nvSpPr>
          <p:cNvPr id="13" name="Shape 11"/>
          <p:cNvSpPr/>
          <p:nvPr/>
        </p:nvSpPr>
        <p:spPr>
          <a:xfrm>
            <a:off x="6019495" y="3401568"/>
            <a:ext cx="1828800" cy="91440"/>
          </a:xfrm>
          <a:prstGeom prst="roundRect">
            <a:avLst>
              <a:gd name="adj" fmla="val 50000"/>
            </a:avLst>
          </a:prstGeom>
          <a:solidFill>
            <a:srgbClr val="EEF2F3"/>
          </a:solidFill>
          <a:ln/>
        </p:spPr>
      </p:sp>
      <p:sp>
        <p:nvSpPr>
          <p:cNvPr id="14" name="Shape 12"/>
          <p:cNvSpPr/>
          <p:nvPr/>
        </p:nvSpPr>
        <p:spPr>
          <a:xfrm>
            <a:off x="6019495" y="3703320"/>
            <a:ext cx="1828800" cy="128016"/>
          </a:xfrm>
          <a:prstGeom prst="roundRect">
            <a:avLst>
              <a:gd name="adj" fmla="val 50000"/>
            </a:avLst>
          </a:prstGeom>
          <a:solidFill>
            <a:srgbClr val="D9E3E6"/>
          </a:solidFill>
          <a:ln/>
        </p:spPr>
      </p:sp>
      <p:sp>
        <p:nvSpPr>
          <p:cNvPr id="15" name="Shape 13"/>
          <p:cNvSpPr/>
          <p:nvPr/>
        </p:nvSpPr>
        <p:spPr>
          <a:xfrm>
            <a:off x="6019495" y="3904488"/>
            <a:ext cx="1828800" cy="91440"/>
          </a:xfrm>
          <a:prstGeom prst="roundRect">
            <a:avLst>
              <a:gd name="adj" fmla="val 50000"/>
            </a:avLst>
          </a:prstGeom>
          <a:solidFill>
            <a:srgbClr val="EEF2F3"/>
          </a:solidFill>
          <a:ln/>
        </p:spPr>
      </p:sp>
      <p:sp>
        <p:nvSpPr>
          <p:cNvPr id="16" name="Text 14"/>
          <p:cNvSpPr txBox="1"/>
          <p:nvPr/>
        </p:nvSpPr>
        <p:spPr>
          <a:xfrm>
            <a:off x="8716975" y="2651760"/>
            <a:ext cx="1005840" cy="228600"/>
          </a:xfrm>
          <a:prstGeom prst="rect">
            <a:avLst/>
          </a:prstGeom>
          <a:noFill/>
          <a:ln/>
        </p:spPr>
        <p:txBody>
          <a:bodyPr wrap="square" lIns="0" tIns="0" rIns="0" bIns="0" rtlCol="0" anchor="ctr"/>
          <a:lstStyle/>
          <a:p>
            <a:pPr algn="r" indent="0" marL="0">
              <a:buNone/>
            </a:pPr>
            <a:r>
              <a:rPr lang="en-US" altLang="en-US" sz="1000" dirty="0">
                <a:solidFill>
                  <a:srgbClr val="605E5C"/>
                </a:solidFill>
                <a:latin typeface="Arial" pitchFamily="34" charset="0"/>
                <a:ea typeface="Arial" pitchFamily="34" charset="-122"/>
                <a:cs typeface="Arial" pitchFamily="34" charset="-120"/>
              </a:rPr>
              <a:t>(2 points)</a:t>
            </a:r>
            <a:endParaRPr lang="en-US" sz="1000" dirty="0"/>
          </a:p>
        </p:txBody>
      </p:sp>
      <p:sp>
        <p:nvSpPr>
          <p:cNvPr id="17" name="Shape 15"/>
          <p:cNvSpPr/>
          <p:nvPr/>
        </p:nvSpPr>
        <p:spPr>
          <a:xfrm flipV="1">
            <a:off x="5333695" y="4434840"/>
            <a:ext cx="4937760" cy="228600"/>
          </a:xfrm>
          <a:prstGeom prst="trapezoid">
            <a:avLst/>
          </a:prstGeom>
          <a:solidFill>
            <a:srgbClr val="4A5A64"/>
          </a:solidFill>
          <a:ln/>
        </p:spPr>
      </p:sp>
      <p:sp>
        <p:nvSpPr>
          <p:cNvPr id="18" name="phone"/>
          <p:cNvSpPr/>
          <p:nvPr/>
        </p:nvSpPr>
        <p:spPr>
          <a:xfrm>
            <a:off x="10317175" y="1691640"/>
            <a:ext cx="1508760" cy="2971800"/>
          </a:xfrm>
          <a:prstGeom prst="roundRect">
            <a:avLst>
              <a:gd name="adj" fmla="val 12121"/>
            </a:avLst>
          </a:prstGeom>
          <a:solidFill>
            <a:srgbClr val="1B2A33"/>
          </a:solidFill>
          <a:ln/>
        </p:spPr>
      </p:sp>
      <p:sp>
        <p:nvSpPr>
          <p:cNvPr id="19" name="Shape 17"/>
          <p:cNvSpPr/>
          <p:nvPr/>
        </p:nvSpPr>
        <p:spPr>
          <a:xfrm>
            <a:off x="10408615" y="1920240"/>
            <a:ext cx="1325880" cy="2514600"/>
          </a:xfrm>
          <a:prstGeom prst="rect">
            <a:avLst/>
          </a:prstGeom>
          <a:solidFill>
            <a:srgbClr val="FFFFFF"/>
          </a:solidFill>
          <a:ln/>
        </p:spPr>
      </p:sp>
      <p:sp>
        <p:nvSpPr>
          <p:cNvPr id="20" name="Shape 18"/>
          <p:cNvSpPr/>
          <p:nvPr/>
        </p:nvSpPr>
        <p:spPr>
          <a:xfrm>
            <a:off x="10408615" y="1920240"/>
            <a:ext cx="1325880" cy="365760"/>
          </a:xfrm>
          <a:prstGeom prst="rect">
            <a:avLst/>
          </a:prstGeom>
          <a:solidFill>
            <a:srgbClr val="03787C"/>
          </a:solidFill>
          <a:ln/>
        </p:spPr>
      </p:sp>
      <p:sp>
        <p:nvSpPr>
          <p:cNvPr id="21" name="Shape 19"/>
          <p:cNvSpPr/>
          <p:nvPr/>
        </p:nvSpPr>
        <p:spPr>
          <a:xfrm>
            <a:off x="10500055" y="2468880"/>
            <a:ext cx="1097280" cy="109728"/>
          </a:xfrm>
          <a:prstGeom prst="roundRect">
            <a:avLst>
              <a:gd name="adj" fmla="val 50000"/>
            </a:avLst>
          </a:prstGeom>
          <a:solidFill>
            <a:srgbClr val="D9E3E6"/>
          </a:solidFill>
          <a:ln/>
        </p:spPr>
      </p:sp>
      <p:sp>
        <p:nvSpPr>
          <p:cNvPr id="22" name="Shape 20"/>
          <p:cNvSpPr/>
          <p:nvPr/>
        </p:nvSpPr>
        <p:spPr>
          <a:xfrm>
            <a:off x="10500055" y="2880360"/>
            <a:ext cx="777240" cy="109728"/>
          </a:xfrm>
          <a:prstGeom prst="roundRect">
            <a:avLst>
              <a:gd name="adj" fmla="val 50000"/>
            </a:avLst>
          </a:prstGeom>
          <a:solidFill>
            <a:srgbClr val="D9E3E6"/>
          </a:solidFill>
          <a:ln/>
        </p:spPr>
      </p:sp>
      <p:sp>
        <p:nvSpPr>
          <p:cNvPr id="23" name="Shape 21"/>
          <p:cNvSpPr/>
          <p:nvPr/>
        </p:nvSpPr>
        <p:spPr>
          <a:xfrm>
            <a:off x="10500055" y="3291840"/>
            <a:ext cx="1097280" cy="109728"/>
          </a:xfrm>
          <a:prstGeom prst="roundRect">
            <a:avLst>
              <a:gd name="adj" fmla="val 50000"/>
            </a:avLst>
          </a:prstGeom>
          <a:solidFill>
            <a:srgbClr val="D9E3E6"/>
          </a:solidFill>
          <a:ln/>
        </p:spPr>
      </p:sp>
      <p:sp>
        <p:nvSpPr>
          <p:cNvPr id="24" name="Shape 22"/>
          <p:cNvSpPr/>
          <p:nvPr/>
        </p:nvSpPr>
        <p:spPr>
          <a:xfrm>
            <a:off x="10500055" y="3703320"/>
            <a:ext cx="777240" cy="109728"/>
          </a:xfrm>
          <a:prstGeom prst="roundRect">
            <a:avLst>
              <a:gd name="adj" fmla="val 50000"/>
            </a:avLst>
          </a:prstGeom>
          <a:solidFill>
            <a:srgbClr val="D9E3E6"/>
          </a:solidFill>
          <a:ln/>
        </p:spPr>
      </p:sp>
      <p:sp>
        <p:nvSpPr>
          <p:cNvPr id="25" name="Shape 23"/>
          <p:cNvSpPr/>
          <p:nvPr/>
        </p:nvSpPr>
        <p:spPr>
          <a:xfrm>
            <a:off x="7071055" y="4983480"/>
            <a:ext cx="1463040" cy="457200"/>
          </a:xfrm>
          <a:prstGeom prst="roundRect">
            <a:avLst>
              <a:gd name="adj" fmla="val 12000"/>
            </a:avLst>
          </a:prstGeom>
          <a:solidFill>
            <a:srgbClr val="FFFFFF"/>
          </a:solidFill>
          <a:ln w="12700">
            <a:solidFill>
              <a:srgbClr val="8A8886"/>
            </a:solidFill>
            <a:prstDash val="solid"/>
          </a:ln>
        </p:spPr>
      </p:sp>
      <p:pic>
        <p:nvPicPr>
          <p:cNvPr id="26" name="Image 0" descr="preencoded.png">    </p:cNvPr>
          <p:cNvPicPr>
            <a:picLocks noChangeAspect="1"/>
          </p:cNvPicPr>
          <p:nvPr/>
        </p:nvPicPr>
        <p:blipFill>
          <a:blip r:embed="rId1"/>
          <a:stretch>
            <a:fillRect/>
          </a:stretch>
        </p:blipFill>
        <p:spPr>
          <a:xfrm>
            <a:off x="7180783" y="5093208"/>
            <a:ext cx="237744" cy="237744"/>
          </a:xfrm>
          <a:prstGeom prst="rect">
            <a:avLst/>
          </a:prstGeom>
        </p:spPr>
      </p:pic>
      <p:sp>
        <p:nvSpPr>
          <p:cNvPr id="27" name="Text 24"/>
          <p:cNvSpPr txBox="1"/>
          <p:nvPr/>
        </p:nvSpPr>
        <p:spPr>
          <a:xfrm>
            <a:off x="7509967" y="4983480"/>
            <a:ext cx="1005840" cy="457200"/>
          </a:xfrm>
          <a:prstGeom prst="rect">
            <a:avLst/>
          </a:prstGeom>
          <a:noFill/>
          <a:ln/>
        </p:spPr>
        <p:txBody>
          <a:bodyPr wrap="square" lIns="0" tIns="0" rIns="0" bIns="0" rtlCol="0" anchor="ctr"/>
          <a:lstStyle/>
          <a:p>
            <a:pPr algn="l" indent="0" marL="0">
              <a:buNone/>
            </a:pPr>
            <a:r>
              <a:rPr lang="en-US" altLang="en-US" sz="1300" b="1" dirty="0">
                <a:solidFill>
                  <a:srgbClr val="323130"/>
                </a:solidFill>
                <a:latin typeface="Arial" pitchFamily="34" charset="0"/>
                <a:ea typeface="Arial" pitchFamily="34" charset="-122"/>
                <a:cs typeface="Arial" pitchFamily="34" charset="-120"/>
              </a:rPr>
              <a:t>Preview</a:t>
            </a:r>
            <a:endParaRPr lang="en-US" sz="1300" dirty="0"/>
          </a:p>
        </p:txBody>
      </p:sp>
      <p:sp>
        <p:nvSpPr>
          <p:cNvPr id="28" name="highlight"/>
          <p:cNvSpPr/>
          <p:nvPr/>
        </p:nvSpPr>
        <p:spPr>
          <a:xfrm>
            <a:off x="7025335" y="4937760"/>
            <a:ext cx="1554480" cy="548640"/>
          </a:xfrm>
          <a:prstGeom prst="roundRect">
            <a:avLst>
              <a:gd name="adj" fmla="val 10000"/>
            </a:avLst>
          </a:prstGeom>
          <a:ln w="31750">
            <a:solidFill>
              <a:srgbClr val="F2A900"/>
            </a:solidFill>
            <a:prstDash val="solid"/>
          </a:ln>
        </p:spPr>
      </p:sp>
      <p:sp>
        <p:nvSpPr>
          <p:cNvPr id="29" name="Text 26"/>
          <p:cNvSpPr txBox="1"/>
          <p:nvPr/>
        </p:nvSpPr>
        <p:spPr>
          <a:xfrm>
            <a:off x="8716975" y="4983480"/>
            <a:ext cx="2377440" cy="457200"/>
          </a:xfrm>
          <a:prstGeom prst="rect">
            <a:avLst/>
          </a:prstGeom>
          <a:noFill/>
          <a:ln/>
        </p:spPr>
        <p:txBody>
          <a:bodyPr wrap="square" lIns="0" tIns="0" rIns="0" bIns="0" rtlCol="0" anchor="ctr"/>
          <a:lstStyle/>
          <a:p>
            <a:pPr algn="l" indent="0" marL="0">
              <a:buNone/>
            </a:pPr>
            <a:r>
              <a:rPr lang="en-US" altLang="en-US" sz="1300" dirty="0">
                <a:solidFill>
                  <a:srgbClr val="605E5C"/>
                </a:solidFill>
                <a:latin typeface="Arial" pitchFamily="34" charset="0"/>
                <a:ea typeface="Arial" pitchFamily="34" charset="-122"/>
                <a:cs typeface="Arial" pitchFamily="34" charset="-120"/>
              </a:rPr>
              <a:t>Computer  |  Mobile</a:t>
            </a:r>
            <a:endParaRPr lang="en-US" sz="1300" dirty="0"/>
          </a:p>
        </p:txBody>
      </p:sp>
      <p:sp>
        <p:nvSpPr>
          <p:cNvPr id="30" name="Shape 27"/>
          <p:cNvSpPr/>
          <p:nvPr/>
        </p:nvSpPr>
        <p:spPr>
          <a:xfrm>
            <a:off x="578815" y="1463040"/>
            <a:ext cx="502920" cy="502920"/>
          </a:xfrm>
          <a:prstGeom prst="ellipse">
            <a:avLst/>
          </a:prstGeom>
          <a:solidFill>
            <a:schemeClr val="accent1"/>
          </a:solidFill>
          <a:ln/>
        </p:spPr>
      </p:sp>
      <p:pic>
        <p:nvPicPr>
          <p:cNvPr id="31" name="Image 1" descr="preencoded.png">    </p:cNvPr>
          <p:cNvPicPr>
            <a:picLocks noChangeAspect="1"/>
          </p:cNvPicPr>
          <p:nvPr/>
        </p:nvPicPr>
        <p:blipFill>
          <a:blip r:embed="rId2"/>
          <a:stretch>
            <a:fillRect/>
          </a:stretch>
        </p:blipFill>
        <p:spPr>
          <a:xfrm>
            <a:off x="706831" y="1591056"/>
            <a:ext cx="246888" cy="246888"/>
          </a:xfrm>
          <a:prstGeom prst="rect">
            <a:avLst/>
          </a:prstGeom>
        </p:spPr>
      </p:pic>
      <p:sp>
        <p:nvSpPr>
          <p:cNvPr id="32" name="Text 28"/>
          <p:cNvSpPr txBox="1"/>
          <p:nvPr/>
        </p:nvSpPr>
        <p:spPr>
          <a:xfrm>
            <a:off x="1218895" y="1444752"/>
            <a:ext cx="3749040" cy="384048"/>
          </a:xfrm>
          <a:prstGeom prst="rect">
            <a:avLst/>
          </a:prstGeom>
          <a:noFill/>
          <a:ln/>
        </p:spPr>
        <p:txBody>
          <a:bodyPr wrap="square" lIns="0" tIns="0" rIns="0" bIns="0" rtlCol="0" anchor="t"/>
          <a:lstStyle/>
          <a:p>
            <a:pPr algn="l" indent="0" marL="0">
              <a:buNone/>
            </a:pPr>
            <a:r>
              <a:rPr lang="en-US" altLang="en-US" sz="1700" b="1" dirty="0">
                <a:solidFill>
                  <a:schemeClr val="tx2"/>
                </a:solidFill>
                <a:latin typeface="Arial" pitchFamily="34" charset="0"/>
                <a:ea typeface="Arial" pitchFamily="34" charset="-122"/>
                <a:cs typeface="Arial" pitchFamily="34" charset="-120"/>
              </a:rPr>
              <a:t>Preview as a student</a:t>
            </a:r>
            <a:endParaRPr lang="en-US" sz="1700" dirty="0"/>
          </a:p>
        </p:txBody>
      </p:sp>
      <p:sp>
        <p:nvSpPr>
          <p:cNvPr id="33" name="Text 29"/>
          <p:cNvSpPr txBox="1"/>
          <p:nvPr/>
        </p:nvSpPr>
        <p:spPr>
          <a:xfrm>
            <a:off x="1218895" y="1847088"/>
            <a:ext cx="3749040" cy="64008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On computer, mobile and the expected devices</a:t>
            </a:r>
            <a:endParaRPr lang="en-US" sz="1400" dirty="0"/>
          </a:p>
        </p:txBody>
      </p:sp>
      <p:sp>
        <p:nvSpPr>
          <p:cNvPr id="34" name="Shape 30"/>
          <p:cNvSpPr/>
          <p:nvPr/>
        </p:nvSpPr>
        <p:spPr>
          <a:xfrm>
            <a:off x="578815" y="2606040"/>
            <a:ext cx="502920" cy="502920"/>
          </a:xfrm>
          <a:prstGeom prst="ellipse">
            <a:avLst/>
          </a:prstGeom>
          <a:solidFill>
            <a:schemeClr val="accent1"/>
          </a:solidFill>
          <a:ln/>
        </p:spPr>
      </p:sp>
      <p:pic>
        <p:nvPicPr>
          <p:cNvPr id="35" name="Image 2" descr="preencoded.png">    </p:cNvPr>
          <p:cNvPicPr>
            <a:picLocks noChangeAspect="1"/>
          </p:cNvPicPr>
          <p:nvPr/>
        </p:nvPicPr>
        <p:blipFill>
          <a:blip r:embed="rId3"/>
          <a:stretch>
            <a:fillRect/>
          </a:stretch>
        </p:blipFill>
        <p:spPr>
          <a:xfrm>
            <a:off x="706831" y="2734056"/>
            <a:ext cx="246888" cy="246888"/>
          </a:xfrm>
          <a:prstGeom prst="rect">
            <a:avLst/>
          </a:prstGeom>
        </p:spPr>
      </p:pic>
      <p:sp>
        <p:nvSpPr>
          <p:cNvPr id="36" name="Text 31"/>
          <p:cNvSpPr txBox="1"/>
          <p:nvPr/>
        </p:nvSpPr>
        <p:spPr>
          <a:xfrm>
            <a:off x="1218895" y="2587752"/>
            <a:ext cx="3749040" cy="384048"/>
          </a:xfrm>
          <a:prstGeom prst="rect">
            <a:avLst/>
          </a:prstGeom>
          <a:noFill/>
          <a:ln/>
        </p:spPr>
        <p:txBody>
          <a:bodyPr wrap="square" lIns="0" tIns="0" rIns="0" bIns="0" rtlCol="0" anchor="t"/>
          <a:lstStyle/>
          <a:p>
            <a:pPr algn="l" indent="0" marL="0">
              <a:buNone/>
            </a:pPr>
            <a:r>
              <a:rPr lang="en-US" altLang="en-US" sz="1700" b="1" dirty="0">
                <a:solidFill>
                  <a:schemeClr val="tx2"/>
                </a:solidFill>
                <a:latin typeface="Arial" pitchFamily="34" charset="0"/>
                <a:ea typeface="Arial" pitchFamily="34" charset="-122"/>
                <a:cs typeface="Arial" pitchFamily="34" charset="-120"/>
              </a:rPr>
              <a:t>Check the display</a:t>
            </a:r>
            <a:endParaRPr lang="en-US" sz="1700" dirty="0"/>
          </a:p>
        </p:txBody>
      </p:sp>
      <p:sp>
        <p:nvSpPr>
          <p:cNvPr id="37" name="Text 32"/>
          <p:cNvSpPr txBox="1"/>
          <p:nvPr/>
        </p:nvSpPr>
        <p:spPr>
          <a:xfrm>
            <a:off x="1218895" y="2990088"/>
            <a:ext cx="3749040" cy="64008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Images, maths symbols, units and scientific notation</a:t>
            </a:r>
            <a:endParaRPr lang="en-US" sz="1400" dirty="0"/>
          </a:p>
        </p:txBody>
      </p:sp>
      <p:sp>
        <p:nvSpPr>
          <p:cNvPr id="38" name="Shape 33"/>
          <p:cNvSpPr/>
          <p:nvPr/>
        </p:nvSpPr>
        <p:spPr>
          <a:xfrm>
            <a:off x="578815" y="3749040"/>
            <a:ext cx="502920" cy="502920"/>
          </a:xfrm>
          <a:prstGeom prst="ellipse">
            <a:avLst/>
          </a:prstGeom>
          <a:solidFill>
            <a:schemeClr val="accent1"/>
          </a:solidFill>
          <a:ln/>
        </p:spPr>
      </p:sp>
      <p:pic>
        <p:nvPicPr>
          <p:cNvPr id="39" name="Image 3" descr="preencoded.png">    </p:cNvPr>
          <p:cNvPicPr>
            <a:picLocks noChangeAspect="1"/>
          </p:cNvPicPr>
          <p:nvPr/>
        </p:nvPicPr>
        <p:blipFill>
          <a:blip r:embed="rId4"/>
          <a:stretch>
            <a:fillRect/>
          </a:stretch>
        </p:blipFill>
        <p:spPr>
          <a:xfrm>
            <a:off x="706831" y="3877056"/>
            <a:ext cx="246888" cy="246888"/>
          </a:xfrm>
          <a:prstGeom prst="rect">
            <a:avLst/>
          </a:prstGeom>
        </p:spPr>
      </p:pic>
      <p:sp>
        <p:nvSpPr>
          <p:cNvPr id="40" name="Text 34"/>
          <p:cNvSpPr txBox="1"/>
          <p:nvPr/>
        </p:nvSpPr>
        <p:spPr>
          <a:xfrm>
            <a:off x="1218895" y="3730752"/>
            <a:ext cx="3749040" cy="384048"/>
          </a:xfrm>
          <a:prstGeom prst="rect">
            <a:avLst/>
          </a:prstGeom>
          <a:noFill/>
          <a:ln/>
        </p:spPr>
        <p:txBody>
          <a:bodyPr wrap="square" lIns="0" tIns="0" rIns="0" bIns="0" rtlCol="0" anchor="t"/>
          <a:lstStyle/>
          <a:p>
            <a:pPr algn="l" indent="0" marL="0">
              <a:buNone/>
            </a:pPr>
            <a:r>
              <a:rPr lang="en-US" altLang="en-US" sz="1700" b="1" dirty="0">
                <a:solidFill>
                  <a:schemeClr val="tx2"/>
                </a:solidFill>
                <a:latin typeface="Arial" pitchFamily="34" charset="0"/>
                <a:ea typeface="Arial" pitchFamily="34" charset="-122"/>
                <a:cs typeface="Arial" pitchFamily="34" charset="-120"/>
              </a:rPr>
              <a:t>Trial on a separate copy</a:t>
            </a:r>
            <a:endParaRPr lang="en-US" sz="1700" dirty="0"/>
          </a:p>
        </p:txBody>
      </p:sp>
      <p:sp>
        <p:nvSpPr>
          <p:cNvPr id="41" name="Text 35"/>
          <p:cNvSpPr txBox="1"/>
          <p:nvPr/>
        </p:nvSpPr>
        <p:spPr>
          <a:xfrm>
            <a:off x="1218895" y="4133088"/>
            <a:ext cx="3749040" cy="64008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Duplicate or an approved test account, so trial responses don't affect results</a:t>
            </a:r>
            <a:endParaRPr lang="en-US" sz="1400" dirty="0"/>
          </a:p>
        </p:txBody>
      </p:sp>
      <p:sp>
        <p:nvSpPr>
          <p:cNvPr id="42" name="Shape 36"/>
          <p:cNvSpPr/>
          <p:nvPr/>
        </p:nvSpPr>
        <p:spPr>
          <a:xfrm>
            <a:off x="578815" y="4892040"/>
            <a:ext cx="502920" cy="502920"/>
          </a:xfrm>
          <a:prstGeom prst="ellipse">
            <a:avLst/>
          </a:prstGeom>
          <a:solidFill>
            <a:schemeClr val="accent1"/>
          </a:solidFill>
          <a:ln/>
        </p:spPr>
      </p:sp>
      <p:pic>
        <p:nvPicPr>
          <p:cNvPr id="43" name="Image 4" descr="preencoded.png">    </p:cNvPr>
          <p:cNvPicPr>
            <a:picLocks noChangeAspect="1"/>
          </p:cNvPicPr>
          <p:nvPr/>
        </p:nvPicPr>
        <p:blipFill>
          <a:blip r:embed="rId5"/>
          <a:stretch>
            <a:fillRect/>
          </a:stretch>
        </p:blipFill>
        <p:spPr>
          <a:xfrm>
            <a:off x="706831" y="5020056"/>
            <a:ext cx="246888" cy="246888"/>
          </a:xfrm>
          <a:prstGeom prst="rect">
            <a:avLst/>
          </a:prstGeom>
        </p:spPr>
      </p:pic>
      <p:sp>
        <p:nvSpPr>
          <p:cNvPr id="44" name="Text 37"/>
          <p:cNvSpPr txBox="1"/>
          <p:nvPr/>
        </p:nvSpPr>
        <p:spPr>
          <a:xfrm>
            <a:off x="1218895" y="4873752"/>
            <a:ext cx="3749040" cy="384048"/>
          </a:xfrm>
          <a:prstGeom prst="rect">
            <a:avLst/>
          </a:prstGeom>
          <a:noFill/>
          <a:ln/>
        </p:spPr>
        <p:txBody>
          <a:bodyPr wrap="square" lIns="0" tIns="0" rIns="0" bIns="0" rtlCol="0" anchor="t"/>
          <a:lstStyle/>
          <a:p>
            <a:pPr algn="l" indent="0" marL="0">
              <a:buNone/>
            </a:pPr>
            <a:r>
              <a:rPr lang="en-US" altLang="en-US" sz="1700" b="1" dirty="0">
                <a:solidFill>
                  <a:schemeClr val="tx2"/>
                </a:solidFill>
                <a:latin typeface="Arial" pitchFamily="34" charset="0"/>
                <a:ea typeface="Arial" pitchFamily="34" charset="-122"/>
                <a:cs typeface="Arial" pitchFamily="34" charset="-120"/>
              </a:rPr>
              <a:t>Confirm student access</a:t>
            </a:r>
            <a:endParaRPr lang="en-US" sz="1700" dirty="0"/>
          </a:p>
        </p:txBody>
      </p:sp>
      <p:sp>
        <p:nvSpPr>
          <p:cNvPr id="45" name="Text 38"/>
          <p:cNvSpPr txBox="1"/>
          <p:nvPr/>
        </p:nvSpPr>
        <p:spPr>
          <a:xfrm>
            <a:off x="1218895" y="5276088"/>
            <a:ext cx="3749040" cy="64008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Authorised student accounts can open the link; all settings correct</a:t>
            </a:r>
            <a:endParaRPr lang="en-US" sz="1400" dirty="0"/>
          </a:p>
        </p:txBody>
      </p:sp>
      <p:sp>
        <p:nvSpPr>
          <p:cNvPr id="46" name="Slide Number Placeholder 0"/>
          <p:cNvSpPr>
            <a:spLocks noGrp="1"/>
          </p:cNvSpPr>
          <p:nvPr>
            <p:ph type="sldNum" sz="quarter" idx="4294967295"/>
          </p:nvPr>
        </p:nvSpPr>
        <p:spPr>
          <a:xfrm>
            <a:off x="11201400" y="6419088"/>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6B7A8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1307592" y="347472"/>
            <a:ext cx="10332720" cy="777240"/>
          </a:xfrm>
          <a:prstGeom prst="rect">
            <a:avLst/>
          </a:prstGeom>
          <a:noFill/>
          <a:ln/>
        </p:spPr>
        <p:txBody>
          <a:bodyPr wrap="square" lIns="0" tIns="0" rIns="0" bIns="0" rtlCol="0" anchor="ctr"/>
          <a:lstStyle/>
          <a:p>
            <a:pPr algn="l" indent="0" marL="0">
              <a:buNone/>
            </a:pPr>
            <a:r>
              <a:rPr lang="en-US" altLang="en-US" sz="3000" b="1" dirty="0">
                <a:solidFill>
                  <a:schemeClr val="tx2"/>
                </a:solidFill>
              </a:rPr>
              <a:t>HoD approval, then release the response link</a:t>
            </a:r>
            <a:endParaRPr lang="en-US" sz="3000" dirty="0"/>
          </a:p>
        </p:txBody>
      </p:sp>
      <p:sp>
        <p:nvSpPr>
          <p:cNvPr id="3" name="title-badge"/>
          <p:cNvSpPr/>
          <p:nvPr/>
        </p:nvSpPr>
        <p:spPr>
          <a:xfrm>
            <a:off x="505663" y="411480"/>
            <a:ext cx="640080" cy="640080"/>
          </a:xfrm>
          <a:prstGeom prst="ellipse">
            <a:avLst/>
          </a:prstGeom>
          <a:solidFill>
            <a:schemeClr val="accent1"/>
          </a:solidFill>
          <a:ln/>
        </p:spPr>
      </p:sp>
      <p:pic>
        <p:nvPicPr>
          <p:cNvPr id="4" name="Image 0" descr="preencoded.png">    </p:cNvPr>
          <p:cNvPicPr>
            <a:picLocks noChangeAspect="1"/>
          </p:cNvPicPr>
          <p:nvPr/>
        </p:nvPicPr>
        <p:blipFill>
          <a:blip r:embed="rId1"/>
          <a:stretch>
            <a:fillRect/>
          </a:stretch>
        </p:blipFill>
        <p:spPr>
          <a:xfrm>
            <a:off x="670255" y="576072"/>
            <a:ext cx="310896" cy="310896"/>
          </a:xfrm>
          <a:prstGeom prst="rect">
            <a:avLst/>
          </a:prstGeom>
        </p:spPr>
      </p:pic>
      <p:sp>
        <p:nvSpPr>
          <p:cNvPr id="5" name="approval-1"/>
          <p:cNvSpPr/>
          <p:nvPr/>
        </p:nvSpPr>
        <p:spPr>
          <a:xfrm>
            <a:off x="551383" y="1417320"/>
            <a:ext cx="2514600" cy="1600200"/>
          </a:xfrm>
          <a:prstGeom prst="roundRect">
            <a:avLst>
              <a:gd name="adj" fmla="val 6857"/>
            </a:avLst>
          </a:prstGeom>
          <a:solidFill>
            <a:schemeClr val="bg2"/>
          </a:solidFill>
          <a:ln/>
        </p:spPr>
      </p:sp>
      <p:sp>
        <p:nvSpPr>
          <p:cNvPr id="6" name="Shape 3"/>
          <p:cNvSpPr/>
          <p:nvPr/>
        </p:nvSpPr>
        <p:spPr>
          <a:xfrm>
            <a:off x="734263" y="1572768"/>
            <a:ext cx="502920" cy="502920"/>
          </a:xfrm>
          <a:prstGeom prst="ellipse">
            <a:avLst/>
          </a:prstGeom>
          <a:solidFill>
            <a:schemeClr val="accent1"/>
          </a:solidFill>
          <a:ln/>
        </p:spPr>
      </p:sp>
      <p:pic>
        <p:nvPicPr>
          <p:cNvPr id="7" name="Image 1" descr="preencoded.png">    </p:cNvPr>
          <p:cNvPicPr>
            <a:picLocks noChangeAspect="1"/>
          </p:cNvPicPr>
          <p:nvPr/>
        </p:nvPicPr>
        <p:blipFill>
          <a:blip r:embed="rId2"/>
          <a:stretch>
            <a:fillRect/>
          </a:stretch>
        </p:blipFill>
        <p:spPr>
          <a:xfrm>
            <a:off x="862279" y="1700784"/>
            <a:ext cx="246888" cy="246888"/>
          </a:xfrm>
          <a:prstGeom prst="rect">
            <a:avLst/>
          </a:prstGeom>
        </p:spPr>
      </p:pic>
      <p:sp>
        <p:nvSpPr>
          <p:cNvPr id="8" name="Text 4"/>
          <p:cNvSpPr txBox="1"/>
          <p:nvPr/>
        </p:nvSpPr>
        <p:spPr>
          <a:xfrm>
            <a:off x="1374343" y="1600200"/>
            <a:ext cx="1554480" cy="457200"/>
          </a:xfrm>
          <a:prstGeom prst="rect">
            <a:avLst/>
          </a:prstGeom>
          <a:noFill/>
          <a:ln/>
        </p:spPr>
        <p:txBody>
          <a:bodyPr wrap="square" lIns="0" tIns="0" rIns="0" bIns="0" rtlCol="0" anchor="t"/>
          <a:lstStyle/>
          <a:p>
            <a:pPr algn="l" indent="0" marL="0">
              <a:buNone/>
            </a:pPr>
            <a:r>
              <a:rPr lang="en-US" altLang="en-US" sz="1800" b="1" dirty="0">
                <a:solidFill>
                  <a:schemeClr val="tx2"/>
                </a:solidFill>
                <a:latin typeface="Arial" pitchFamily="34" charset="0"/>
                <a:ea typeface="Arial" pitchFamily="34" charset="-122"/>
                <a:cs typeface="Arial" pitchFamily="34" charset="-120"/>
              </a:rPr>
              <a:t>Submit</a:t>
            </a:r>
            <a:endParaRPr lang="en-US" sz="1800" dirty="0"/>
          </a:p>
        </p:txBody>
      </p:sp>
      <p:sp>
        <p:nvSpPr>
          <p:cNvPr id="9" name="Text 5"/>
          <p:cNvSpPr txBox="1"/>
          <p:nvPr/>
        </p:nvSpPr>
        <p:spPr>
          <a:xfrm>
            <a:off x="688543" y="2194560"/>
            <a:ext cx="2240280" cy="73152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Link and marking information to the HoD</a:t>
            </a:r>
            <a:endParaRPr lang="en-US" sz="1400" dirty="0"/>
          </a:p>
        </p:txBody>
      </p:sp>
      <p:sp>
        <p:nvSpPr>
          <p:cNvPr id="10" name="Shape 6"/>
          <p:cNvSpPr/>
          <p:nvPr/>
        </p:nvSpPr>
        <p:spPr>
          <a:xfrm>
            <a:off x="3102559" y="2075688"/>
            <a:ext cx="256032" cy="292608"/>
          </a:xfrm>
          <a:prstGeom prst="rightArrow">
            <a:avLst/>
          </a:prstGeom>
          <a:solidFill>
            <a:srgbClr val="F2A900"/>
          </a:solidFill>
          <a:ln/>
        </p:spPr>
      </p:sp>
      <p:sp>
        <p:nvSpPr>
          <p:cNvPr id="11" name="approval-2"/>
          <p:cNvSpPr/>
          <p:nvPr/>
        </p:nvSpPr>
        <p:spPr>
          <a:xfrm>
            <a:off x="3404311" y="1417320"/>
            <a:ext cx="2514600" cy="1600200"/>
          </a:xfrm>
          <a:prstGeom prst="roundRect">
            <a:avLst>
              <a:gd name="adj" fmla="val 6857"/>
            </a:avLst>
          </a:prstGeom>
          <a:solidFill>
            <a:schemeClr val="bg2"/>
          </a:solidFill>
          <a:ln/>
        </p:spPr>
      </p:sp>
      <p:sp>
        <p:nvSpPr>
          <p:cNvPr id="12" name="Shape 8"/>
          <p:cNvSpPr/>
          <p:nvPr/>
        </p:nvSpPr>
        <p:spPr>
          <a:xfrm>
            <a:off x="3587191" y="1572768"/>
            <a:ext cx="502920" cy="502920"/>
          </a:xfrm>
          <a:prstGeom prst="ellipse">
            <a:avLst/>
          </a:prstGeom>
          <a:solidFill>
            <a:schemeClr val="accent1"/>
          </a:solidFill>
          <a:ln/>
        </p:spPr>
      </p:sp>
      <p:pic>
        <p:nvPicPr>
          <p:cNvPr id="13" name="Image 2" descr="preencoded.png">    </p:cNvPr>
          <p:cNvPicPr>
            <a:picLocks noChangeAspect="1"/>
          </p:cNvPicPr>
          <p:nvPr/>
        </p:nvPicPr>
        <p:blipFill>
          <a:blip r:embed="rId3"/>
          <a:stretch>
            <a:fillRect/>
          </a:stretch>
        </p:blipFill>
        <p:spPr>
          <a:xfrm>
            <a:off x="3715207" y="1700784"/>
            <a:ext cx="246888" cy="246888"/>
          </a:xfrm>
          <a:prstGeom prst="rect">
            <a:avLst/>
          </a:prstGeom>
        </p:spPr>
      </p:pic>
      <p:sp>
        <p:nvSpPr>
          <p:cNvPr id="14" name="Text 9"/>
          <p:cNvSpPr txBox="1"/>
          <p:nvPr/>
        </p:nvSpPr>
        <p:spPr>
          <a:xfrm>
            <a:off x="4227271" y="1600200"/>
            <a:ext cx="1554480" cy="457200"/>
          </a:xfrm>
          <a:prstGeom prst="rect">
            <a:avLst/>
          </a:prstGeom>
          <a:noFill/>
          <a:ln/>
        </p:spPr>
        <p:txBody>
          <a:bodyPr wrap="square" lIns="0" tIns="0" rIns="0" bIns="0" rtlCol="0" anchor="t"/>
          <a:lstStyle/>
          <a:p>
            <a:pPr algn="l" indent="0" marL="0">
              <a:buNone/>
            </a:pPr>
            <a:r>
              <a:rPr lang="en-US" altLang="en-US" sz="1800" b="1" dirty="0">
                <a:solidFill>
                  <a:schemeClr val="tx2"/>
                </a:solidFill>
                <a:latin typeface="Arial" pitchFamily="34" charset="0"/>
                <a:ea typeface="Arial" pitchFamily="34" charset="-122"/>
                <a:cs typeface="Arial" pitchFamily="34" charset="-120"/>
              </a:rPr>
              <a:t>Revise</a:t>
            </a:r>
            <a:endParaRPr lang="en-US" sz="1800" dirty="0"/>
          </a:p>
        </p:txBody>
      </p:sp>
      <p:sp>
        <p:nvSpPr>
          <p:cNvPr id="15" name="Text 10"/>
          <p:cNvSpPr txBox="1"/>
          <p:nvPr/>
        </p:nvSpPr>
        <p:spPr>
          <a:xfrm>
            <a:off x="3541471" y="2194560"/>
            <a:ext cx="2240280" cy="73152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Make the moderation changes</a:t>
            </a:r>
            <a:endParaRPr lang="en-US" sz="1400" dirty="0"/>
          </a:p>
        </p:txBody>
      </p:sp>
      <p:sp>
        <p:nvSpPr>
          <p:cNvPr id="16" name="Shape 11"/>
          <p:cNvSpPr/>
          <p:nvPr/>
        </p:nvSpPr>
        <p:spPr>
          <a:xfrm>
            <a:off x="5955487" y="2075688"/>
            <a:ext cx="256032" cy="292608"/>
          </a:xfrm>
          <a:prstGeom prst="rightArrow">
            <a:avLst/>
          </a:prstGeom>
          <a:solidFill>
            <a:srgbClr val="F2A900"/>
          </a:solidFill>
          <a:ln/>
        </p:spPr>
      </p:sp>
      <p:sp>
        <p:nvSpPr>
          <p:cNvPr id="17" name="approval-3"/>
          <p:cNvSpPr/>
          <p:nvPr/>
        </p:nvSpPr>
        <p:spPr>
          <a:xfrm>
            <a:off x="6257239" y="1417320"/>
            <a:ext cx="2514600" cy="1600200"/>
          </a:xfrm>
          <a:prstGeom prst="roundRect">
            <a:avLst>
              <a:gd name="adj" fmla="val 6857"/>
            </a:avLst>
          </a:prstGeom>
          <a:solidFill>
            <a:schemeClr val="bg2"/>
          </a:solidFill>
          <a:ln/>
        </p:spPr>
      </p:sp>
      <p:sp>
        <p:nvSpPr>
          <p:cNvPr id="18" name="Shape 13"/>
          <p:cNvSpPr/>
          <p:nvPr/>
        </p:nvSpPr>
        <p:spPr>
          <a:xfrm>
            <a:off x="6440119" y="1572768"/>
            <a:ext cx="502920" cy="502920"/>
          </a:xfrm>
          <a:prstGeom prst="ellipse">
            <a:avLst/>
          </a:prstGeom>
          <a:solidFill>
            <a:schemeClr val="accent1"/>
          </a:solidFill>
          <a:ln/>
        </p:spPr>
      </p:sp>
      <p:pic>
        <p:nvPicPr>
          <p:cNvPr id="19" name="Image 3" descr="preencoded.png">    </p:cNvPr>
          <p:cNvPicPr>
            <a:picLocks noChangeAspect="1"/>
          </p:cNvPicPr>
          <p:nvPr/>
        </p:nvPicPr>
        <p:blipFill>
          <a:blip r:embed="rId4"/>
          <a:stretch>
            <a:fillRect/>
          </a:stretch>
        </p:blipFill>
        <p:spPr>
          <a:xfrm>
            <a:off x="6568135" y="1700784"/>
            <a:ext cx="246888" cy="246888"/>
          </a:xfrm>
          <a:prstGeom prst="rect">
            <a:avLst/>
          </a:prstGeom>
        </p:spPr>
      </p:pic>
      <p:sp>
        <p:nvSpPr>
          <p:cNvPr id="20" name="Text 14"/>
          <p:cNvSpPr txBox="1"/>
          <p:nvPr/>
        </p:nvSpPr>
        <p:spPr>
          <a:xfrm>
            <a:off x="7080199" y="1600200"/>
            <a:ext cx="1554480" cy="457200"/>
          </a:xfrm>
          <a:prstGeom prst="rect">
            <a:avLst/>
          </a:prstGeom>
          <a:noFill/>
          <a:ln/>
        </p:spPr>
        <p:txBody>
          <a:bodyPr wrap="square" lIns="0" tIns="0" rIns="0" bIns="0" rtlCol="0" anchor="t"/>
          <a:lstStyle/>
          <a:p>
            <a:pPr algn="l" indent="0" marL="0">
              <a:buNone/>
            </a:pPr>
            <a:r>
              <a:rPr lang="en-US" altLang="en-US" sz="1800" b="1" dirty="0">
                <a:solidFill>
                  <a:schemeClr val="tx2"/>
                </a:solidFill>
                <a:latin typeface="Arial" pitchFamily="34" charset="0"/>
                <a:ea typeface="Arial" pitchFamily="34" charset="-122"/>
                <a:cs typeface="Arial" pitchFamily="34" charset="-120"/>
              </a:rPr>
              <a:t>Approve</a:t>
            </a:r>
            <a:endParaRPr lang="en-US" sz="1800" dirty="0"/>
          </a:p>
        </p:txBody>
      </p:sp>
      <p:sp>
        <p:nvSpPr>
          <p:cNvPr id="21" name="Text 15"/>
          <p:cNvSpPr txBox="1"/>
          <p:nvPr/>
        </p:nvSpPr>
        <p:spPr>
          <a:xfrm>
            <a:off x="6394399" y="2194560"/>
            <a:ext cx="2240280" cy="73152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Final approval recorded</a:t>
            </a:r>
            <a:endParaRPr lang="en-US" sz="1400" dirty="0"/>
          </a:p>
        </p:txBody>
      </p:sp>
      <p:sp>
        <p:nvSpPr>
          <p:cNvPr id="22" name="Shape 16"/>
          <p:cNvSpPr/>
          <p:nvPr/>
        </p:nvSpPr>
        <p:spPr>
          <a:xfrm>
            <a:off x="8808415" y="2075688"/>
            <a:ext cx="256032" cy="292608"/>
          </a:xfrm>
          <a:prstGeom prst="rightArrow">
            <a:avLst/>
          </a:prstGeom>
          <a:solidFill>
            <a:srgbClr val="F2A900"/>
          </a:solidFill>
          <a:ln/>
        </p:spPr>
      </p:sp>
      <p:sp>
        <p:nvSpPr>
          <p:cNvPr id="23" name="approval-4"/>
          <p:cNvSpPr/>
          <p:nvPr/>
        </p:nvSpPr>
        <p:spPr>
          <a:xfrm>
            <a:off x="9110167" y="1417320"/>
            <a:ext cx="2514600" cy="1600200"/>
          </a:xfrm>
          <a:prstGeom prst="roundRect">
            <a:avLst>
              <a:gd name="adj" fmla="val 6857"/>
            </a:avLst>
          </a:prstGeom>
          <a:solidFill>
            <a:srgbClr val="FFF4D6"/>
          </a:solidFill>
          <a:ln/>
        </p:spPr>
      </p:sp>
      <p:sp>
        <p:nvSpPr>
          <p:cNvPr id="24" name="Shape 18"/>
          <p:cNvSpPr/>
          <p:nvPr/>
        </p:nvSpPr>
        <p:spPr>
          <a:xfrm>
            <a:off x="9293047" y="1572768"/>
            <a:ext cx="502920" cy="502920"/>
          </a:xfrm>
          <a:prstGeom prst="ellipse">
            <a:avLst/>
          </a:prstGeom>
          <a:solidFill>
            <a:schemeClr val="accent1"/>
          </a:solidFill>
          <a:ln/>
        </p:spPr>
      </p:sp>
      <p:pic>
        <p:nvPicPr>
          <p:cNvPr id="25" name="Image 4" descr="preencoded.png">    </p:cNvPr>
          <p:cNvPicPr>
            <a:picLocks noChangeAspect="1"/>
          </p:cNvPicPr>
          <p:nvPr/>
        </p:nvPicPr>
        <p:blipFill>
          <a:blip r:embed="rId5"/>
          <a:stretch>
            <a:fillRect/>
          </a:stretch>
        </p:blipFill>
        <p:spPr>
          <a:xfrm>
            <a:off x="9421063" y="1700784"/>
            <a:ext cx="246888" cy="246888"/>
          </a:xfrm>
          <a:prstGeom prst="rect">
            <a:avLst/>
          </a:prstGeom>
        </p:spPr>
      </p:pic>
      <p:sp>
        <p:nvSpPr>
          <p:cNvPr id="26" name="Text 19"/>
          <p:cNvSpPr txBox="1"/>
          <p:nvPr/>
        </p:nvSpPr>
        <p:spPr>
          <a:xfrm>
            <a:off x="9933127" y="1600200"/>
            <a:ext cx="1554480" cy="457200"/>
          </a:xfrm>
          <a:prstGeom prst="rect">
            <a:avLst/>
          </a:prstGeom>
          <a:noFill/>
          <a:ln/>
        </p:spPr>
        <p:txBody>
          <a:bodyPr wrap="square" lIns="0" tIns="0" rIns="0" bIns="0" rtlCol="0" anchor="t"/>
          <a:lstStyle/>
          <a:p>
            <a:pPr algn="l" indent="0" marL="0">
              <a:buNone/>
            </a:pPr>
            <a:r>
              <a:rPr lang="en-US" altLang="en-US" sz="1800" b="1" dirty="0">
                <a:solidFill>
                  <a:schemeClr val="tx2"/>
                </a:solidFill>
                <a:latin typeface="Arial" pitchFamily="34" charset="0"/>
                <a:ea typeface="Arial" pitchFamily="34" charset="-122"/>
                <a:cs typeface="Arial" pitchFamily="34" charset="-120"/>
              </a:rPr>
              <a:t>Release</a:t>
            </a:r>
            <a:endParaRPr lang="en-US" sz="1800" dirty="0"/>
          </a:p>
        </p:txBody>
      </p:sp>
      <p:sp>
        <p:nvSpPr>
          <p:cNvPr id="27" name="Text 20"/>
          <p:cNvSpPr txBox="1"/>
          <p:nvPr/>
        </p:nvSpPr>
        <p:spPr>
          <a:xfrm>
            <a:off x="9247327" y="2194560"/>
            <a:ext cx="2240280" cy="73152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Response link at 8:00 am</a:t>
            </a:r>
            <a:endParaRPr lang="en-US" sz="1400" dirty="0"/>
          </a:p>
        </p:txBody>
      </p:sp>
      <p:sp>
        <p:nvSpPr>
          <p:cNvPr id="28" name="mock-window"/>
          <p:cNvSpPr/>
          <p:nvPr/>
        </p:nvSpPr>
        <p:spPr>
          <a:xfrm>
            <a:off x="5790895" y="3291840"/>
            <a:ext cx="5852160" cy="2743200"/>
          </a:xfrm>
          <a:prstGeom prst="roundRect">
            <a:avLst>
              <a:gd name="adj" fmla="val 3333"/>
            </a:avLst>
          </a:prstGeom>
          <a:solidFill>
            <a:srgbClr val="FFFFFF"/>
          </a:solidFill>
          <a:ln w="12700">
            <a:solidFill>
              <a:srgbClr val="D6DCE0"/>
            </a:solidFill>
            <a:prstDash val="solid"/>
          </a:ln>
          <a:effectLst>
            <a:outerShdw sx="100000" sy="100000" kx="0" ky="0" algn="bl" rotWithShape="0" blurRad="76200" dist="25400" dir="5400000">
              <a:srgbClr val="000000">
                <a:alpha val="14000"/>
              </a:srgbClr>
            </a:outerShdw>
          </a:effectLst>
        </p:spPr>
      </p:sp>
      <p:sp>
        <p:nvSpPr>
          <p:cNvPr id="29" name="Shape 22"/>
          <p:cNvSpPr/>
          <p:nvPr/>
        </p:nvSpPr>
        <p:spPr>
          <a:xfrm>
            <a:off x="5809183" y="3310128"/>
            <a:ext cx="5815584" cy="365760"/>
          </a:xfrm>
          <a:prstGeom prst="rect">
            <a:avLst/>
          </a:prstGeom>
          <a:solidFill>
            <a:srgbClr val="F3F2F1"/>
          </a:solidFill>
          <a:ln/>
        </p:spPr>
      </p:sp>
      <p:sp>
        <p:nvSpPr>
          <p:cNvPr id="30" name="Text 23"/>
          <p:cNvSpPr txBox="1"/>
          <p:nvPr/>
        </p:nvSpPr>
        <p:spPr>
          <a:xfrm>
            <a:off x="5928055" y="3310128"/>
            <a:ext cx="5577840" cy="365760"/>
          </a:xfrm>
          <a:prstGeom prst="rect">
            <a:avLst/>
          </a:prstGeom>
          <a:noFill/>
          <a:ln/>
        </p:spPr>
        <p:txBody>
          <a:bodyPr wrap="square" lIns="0" tIns="0" rIns="0" bIns="0" rtlCol="0" anchor="ctr"/>
          <a:lstStyle/>
          <a:p>
            <a:pPr algn="l" indent="0" marL="0">
              <a:buNone/>
            </a:pPr>
            <a:r>
              <a:rPr lang="en-US" altLang="en-US" sz="1200" b="1" dirty="0">
                <a:solidFill>
                  <a:srgbClr val="323130"/>
                </a:solidFill>
                <a:latin typeface="Arial" pitchFamily="34" charset="0"/>
                <a:ea typeface="Arial" pitchFamily="34" charset="-122"/>
                <a:cs typeface="Arial" pitchFamily="34" charset="-120"/>
              </a:rPr>
              <a:t>Collect responses</a:t>
            </a:r>
            <a:endParaRPr lang="en-US" sz="1200" dirty="0"/>
          </a:p>
        </p:txBody>
      </p:sp>
      <p:sp>
        <p:nvSpPr>
          <p:cNvPr id="31" name="Text 24"/>
          <p:cNvSpPr txBox="1"/>
          <p:nvPr/>
        </p:nvSpPr>
        <p:spPr>
          <a:xfrm>
            <a:off x="6065215" y="3794760"/>
            <a:ext cx="3657600" cy="329184"/>
          </a:xfrm>
          <a:prstGeom prst="rect">
            <a:avLst/>
          </a:prstGeom>
          <a:noFill/>
          <a:ln/>
        </p:spPr>
        <p:txBody>
          <a:bodyPr wrap="square" lIns="0" tIns="0" rIns="0" bIns="0" rtlCol="0" anchor="ctr"/>
          <a:lstStyle/>
          <a:p>
            <a:pPr algn="l" indent="0" marL="0">
              <a:buNone/>
            </a:pPr>
            <a:r>
              <a:rPr lang="en-US" altLang="en-US" sz="1300" b="1" dirty="0">
                <a:solidFill>
                  <a:srgbClr val="323130"/>
                </a:solidFill>
                <a:latin typeface="Arial" pitchFamily="34" charset="0"/>
                <a:ea typeface="Arial" pitchFamily="34" charset="-122"/>
                <a:cs typeface="Arial" pitchFamily="34" charset="-120"/>
              </a:rPr>
              <a:t>Send and collect responses</a:t>
            </a:r>
            <a:endParaRPr lang="en-US" sz="1300" dirty="0"/>
          </a:p>
        </p:txBody>
      </p:sp>
      <p:sp>
        <p:nvSpPr>
          <p:cNvPr id="32" name="Shape 25"/>
          <p:cNvSpPr/>
          <p:nvPr/>
        </p:nvSpPr>
        <p:spPr>
          <a:xfrm>
            <a:off x="6065215" y="4251960"/>
            <a:ext cx="3931920" cy="384048"/>
          </a:xfrm>
          <a:prstGeom prst="rect">
            <a:avLst/>
          </a:prstGeom>
          <a:solidFill>
            <a:srgbClr val="F8F8F8"/>
          </a:solidFill>
          <a:ln w="9525">
            <a:solidFill>
              <a:srgbClr val="8A8886"/>
            </a:solidFill>
            <a:prstDash val="solid"/>
          </a:ln>
        </p:spPr>
      </p:sp>
      <p:sp>
        <p:nvSpPr>
          <p:cNvPr id="33" name="Text 26"/>
          <p:cNvSpPr txBox="1"/>
          <p:nvPr/>
        </p:nvSpPr>
        <p:spPr>
          <a:xfrm>
            <a:off x="6156655" y="4251960"/>
            <a:ext cx="3749040" cy="384048"/>
          </a:xfrm>
          <a:prstGeom prst="rect">
            <a:avLst/>
          </a:prstGeom>
          <a:noFill/>
          <a:ln/>
        </p:spPr>
        <p:txBody>
          <a:bodyPr wrap="square" lIns="0" tIns="0" rIns="0" bIns="0" rtlCol="0" anchor="ctr"/>
          <a:lstStyle/>
          <a:p>
            <a:pPr algn="l" indent="0" marL="0">
              <a:buNone/>
            </a:pPr>
            <a:r>
              <a:rPr lang="en-US" altLang="en-US" sz="1200" dirty="0">
                <a:solidFill>
                  <a:srgbClr val="605E5C"/>
                </a:solidFill>
                <a:latin typeface="Arial" pitchFamily="34" charset="0"/>
                <a:ea typeface="Arial" pitchFamily="34" charset="-122"/>
                <a:cs typeface="Arial" pitchFamily="34" charset="-120"/>
              </a:rPr>
              <a:t>https://forms.cloud.microsoft/r/…</a:t>
            </a:r>
            <a:endParaRPr lang="en-US" sz="1200" dirty="0"/>
          </a:p>
        </p:txBody>
      </p:sp>
      <p:sp>
        <p:nvSpPr>
          <p:cNvPr id="34" name="Shape 27"/>
          <p:cNvSpPr/>
          <p:nvPr/>
        </p:nvSpPr>
        <p:spPr>
          <a:xfrm>
            <a:off x="10134295" y="4251960"/>
            <a:ext cx="1280160" cy="384048"/>
          </a:xfrm>
          <a:prstGeom prst="roundRect">
            <a:avLst>
              <a:gd name="adj" fmla="val 11905"/>
            </a:avLst>
          </a:prstGeom>
          <a:solidFill>
            <a:srgbClr val="03787C"/>
          </a:solidFill>
          <a:ln/>
        </p:spPr>
      </p:sp>
      <p:sp>
        <p:nvSpPr>
          <p:cNvPr id="35" name="Text 28"/>
          <p:cNvSpPr txBox="1"/>
          <p:nvPr/>
        </p:nvSpPr>
        <p:spPr>
          <a:xfrm>
            <a:off x="10134295" y="4251960"/>
            <a:ext cx="1280160" cy="384048"/>
          </a:xfrm>
          <a:prstGeom prst="rect">
            <a:avLst/>
          </a:prstGeom>
          <a:noFill/>
          <a:ln/>
        </p:spPr>
        <p:txBody>
          <a:bodyPr wrap="square" lIns="0" tIns="0" rIns="0" bIns="0" rtlCol="0" anchor="ctr"/>
          <a:lstStyle/>
          <a:p>
            <a:pPr algn="ctr" indent="0" marL="0">
              <a:buNone/>
            </a:pPr>
            <a:r>
              <a:rPr lang="en-US" altLang="en-US" sz="1200" b="1" dirty="0">
                <a:solidFill>
                  <a:srgbClr val="FFFFFF"/>
                </a:solidFill>
                <a:latin typeface="Arial" pitchFamily="34" charset="0"/>
                <a:ea typeface="Arial" pitchFamily="34" charset="-122"/>
                <a:cs typeface="Arial" pitchFamily="34" charset="-120"/>
              </a:rPr>
              <a:t>Copy link</a:t>
            </a:r>
            <a:endParaRPr lang="en-US" sz="1200" dirty="0"/>
          </a:p>
        </p:txBody>
      </p:sp>
      <p:sp>
        <p:nvSpPr>
          <p:cNvPr id="36" name="highlight"/>
          <p:cNvSpPr/>
          <p:nvPr/>
        </p:nvSpPr>
        <p:spPr>
          <a:xfrm>
            <a:off x="6019495" y="4206240"/>
            <a:ext cx="5440680" cy="475488"/>
          </a:xfrm>
          <a:prstGeom prst="roundRect">
            <a:avLst>
              <a:gd name="adj" fmla="val 11538"/>
            </a:avLst>
          </a:prstGeom>
          <a:ln w="31750">
            <a:solidFill>
              <a:srgbClr val="F2A900"/>
            </a:solidFill>
            <a:prstDash val="solid"/>
          </a:ln>
        </p:spPr>
      </p:sp>
      <p:pic>
        <p:nvPicPr>
          <p:cNvPr id="37" name="Image 5" descr="preencoded.png">    </p:cNvPr>
          <p:cNvPicPr>
            <a:picLocks noChangeAspect="1"/>
          </p:cNvPicPr>
          <p:nvPr/>
        </p:nvPicPr>
        <p:blipFill>
          <a:blip r:embed="rId6"/>
          <a:stretch>
            <a:fillRect/>
          </a:stretch>
        </p:blipFill>
        <p:spPr>
          <a:xfrm>
            <a:off x="6065215" y="4892040"/>
            <a:ext cx="256032" cy="256032"/>
          </a:xfrm>
          <a:prstGeom prst="rect">
            <a:avLst/>
          </a:prstGeom>
        </p:spPr>
      </p:pic>
      <p:sp>
        <p:nvSpPr>
          <p:cNvPr id="38" name="Text 30"/>
          <p:cNvSpPr txBox="1"/>
          <p:nvPr/>
        </p:nvSpPr>
        <p:spPr>
          <a:xfrm>
            <a:off x="6430975" y="4846320"/>
            <a:ext cx="4983480" cy="365760"/>
          </a:xfrm>
          <a:prstGeom prst="rect">
            <a:avLst/>
          </a:prstGeom>
          <a:noFill/>
          <a:ln/>
        </p:spPr>
        <p:txBody>
          <a:bodyPr wrap="square" lIns="0" tIns="0" rIns="0" bIns="0" rtlCol="0" anchor="t"/>
          <a:lstStyle/>
          <a:p>
            <a:pPr algn="l" indent="0" marL="0">
              <a:buNone/>
            </a:pPr>
            <a:r>
              <a:rPr lang="en-US" altLang="en-US" sz="1400" b="1" dirty="0">
                <a:solidFill>
                  <a:schemeClr val="accent5"/>
                </a:solidFill>
                <a:latin typeface="Arial" pitchFamily="34" charset="0"/>
                <a:ea typeface="Arial" pitchFamily="34" charset="-122"/>
                <a:cs typeface="Arial" pitchFamily="34" charset="-120"/>
              </a:rPr>
              <a:t>Share only the response link</a:t>
            </a:r>
            <a:endParaRPr lang="en-US" sz="1400" dirty="0"/>
          </a:p>
        </p:txBody>
      </p:sp>
      <p:pic>
        <p:nvPicPr>
          <p:cNvPr id="39" name="Image 6" descr="preencoded.png">    </p:cNvPr>
          <p:cNvPicPr>
            <a:picLocks noChangeAspect="1"/>
          </p:cNvPicPr>
          <p:nvPr/>
        </p:nvPicPr>
        <p:blipFill>
          <a:blip r:embed="rId7"/>
          <a:stretch>
            <a:fillRect/>
          </a:stretch>
        </p:blipFill>
        <p:spPr>
          <a:xfrm>
            <a:off x="6065215" y="5394960"/>
            <a:ext cx="256032" cy="256032"/>
          </a:xfrm>
          <a:prstGeom prst="rect">
            <a:avLst/>
          </a:prstGeom>
        </p:spPr>
      </p:pic>
      <p:sp>
        <p:nvSpPr>
          <p:cNvPr id="40" name="Text 31"/>
          <p:cNvSpPr txBox="1"/>
          <p:nvPr/>
        </p:nvSpPr>
        <p:spPr>
          <a:xfrm>
            <a:off x="6430975" y="5349240"/>
            <a:ext cx="4983480" cy="365760"/>
          </a:xfrm>
          <a:prstGeom prst="rect">
            <a:avLst/>
          </a:prstGeom>
          <a:noFill/>
          <a:ln/>
        </p:spPr>
        <p:txBody>
          <a:bodyPr wrap="square" lIns="0" tIns="0" rIns="0" bIns="0" rtlCol="0" anchor="t"/>
          <a:lstStyle/>
          <a:p>
            <a:pPr algn="l" indent="0" marL="0">
              <a:buNone/>
            </a:pPr>
            <a:r>
              <a:rPr lang="en-US" altLang="en-US" sz="1400" b="1" dirty="0">
                <a:solidFill>
                  <a:schemeClr val="accent4"/>
                </a:solidFill>
                <a:latin typeface="Arial" pitchFamily="34" charset="0"/>
                <a:ea typeface="Arial" pitchFamily="34" charset="-122"/>
                <a:cs typeface="Arial" pitchFamily="34" charset="-120"/>
              </a:rPr>
              <a:t>Never share an edit or collaboration link</a:t>
            </a:r>
            <a:endParaRPr lang="en-US" sz="1400" dirty="0"/>
          </a:p>
        </p:txBody>
      </p:sp>
      <p:sp>
        <p:nvSpPr>
          <p:cNvPr id="41" name="approval-rule"/>
          <p:cNvSpPr/>
          <p:nvPr/>
        </p:nvSpPr>
        <p:spPr>
          <a:xfrm>
            <a:off x="551383" y="3291840"/>
            <a:ext cx="4965192" cy="2743200"/>
          </a:xfrm>
          <a:prstGeom prst="roundRect">
            <a:avLst>
              <a:gd name="adj" fmla="val 4000"/>
            </a:avLst>
          </a:prstGeom>
          <a:solidFill>
            <a:srgbClr val="F3F0FD"/>
          </a:solidFill>
          <a:ln/>
        </p:spPr>
      </p:sp>
      <p:pic>
        <p:nvPicPr>
          <p:cNvPr id="42" name="Image 7" descr="preencoded.png">    </p:cNvPr>
          <p:cNvPicPr>
            <a:picLocks noChangeAspect="1"/>
          </p:cNvPicPr>
          <p:nvPr/>
        </p:nvPicPr>
        <p:blipFill>
          <a:blip r:embed="rId8"/>
          <a:stretch>
            <a:fillRect/>
          </a:stretch>
        </p:blipFill>
        <p:spPr>
          <a:xfrm>
            <a:off x="715975" y="3474720"/>
            <a:ext cx="365760" cy="365760"/>
          </a:xfrm>
          <a:prstGeom prst="rect">
            <a:avLst/>
          </a:prstGeom>
        </p:spPr>
      </p:pic>
      <p:sp>
        <p:nvSpPr>
          <p:cNvPr id="43" name="Text 33"/>
          <p:cNvSpPr txBox="1"/>
          <p:nvPr/>
        </p:nvSpPr>
        <p:spPr>
          <a:xfrm>
            <a:off x="1218895" y="3429000"/>
            <a:ext cx="4114800" cy="457200"/>
          </a:xfrm>
          <a:prstGeom prst="rect">
            <a:avLst/>
          </a:prstGeom>
          <a:noFill/>
          <a:ln/>
        </p:spPr>
        <p:txBody>
          <a:bodyPr wrap="square" lIns="0" tIns="0" rIns="0" bIns="0" rtlCol="0" anchor="t"/>
          <a:lstStyle/>
          <a:p>
            <a:pPr algn="l" indent="0" marL="0">
              <a:buNone/>
            </a:pPr>
            <a:r>
              <a:rPr lang="en-US" altLang="en-US" sz="1800" b="1" dirty="0">
                <a:solidFill>
                  <a:schemeClr val="accent3"/>
                </a:solidFill>
                <a:latin typeface="Arial" pitchFamily="34" charset="0"/>
                <a:ea typeface="Arial" pitchFamily="34" charset="-122"/>
                <a:cs typeface="Arial" pitchFamily="34" charset="-120"/>
              </a:rPr>
              <a:t>Approval rule</a:t>
            </a:r>
            <a:endParaRPr lang="en-US" sz="1800" dirty="0"/>
          </a:p>
        </p:txBody>
      </p:sp>
      <p:sp>
        <p:nvSpPr>
          <p:cNvPr id="44" name="Text 34"/>
          <p:cNvSpPr txBox="1"/>
          <p:nvPr/>
        </p:nvSpPr>
        <p:spPr>
          <a:xfrm>
            <a:off x="715975" y="3977640"/>
            <a:ext cx="4617720" cy="1920240"/>
          </a:xfrm>
          <a:prstGeom prst="rect">
            <a:avLst/>
          </a:prstGeom>
          <a:noFill/>
          <a:ln/>
        </p:spPr>
        <p:txBody>
          <a:bodyPr wrap="square" lIns="0" tIns="0" rIns="0" bIns="0" rtlCol="0" anchor="t"/>
          <a:lstStyle/>
          <a:p>
            <a:pPr algn="l" indent="0" marL="0">
              <a:spcAft>
                <a:spcPts val="800"/>
              </a:spcAft>
              <a:buNone/>
            </a:pPr>
            <a:r>
              <a:rPr lang="en-US" altLang="en-US" sz="1400" dirty="0">
                <a:solidFill>
                  <a:schemeClr val="tx1"/>
                </a:solidFill>
                <a:latin typeface="Arial" pitchFamily="34" charset="0"/>
                <a:ea typeface="Arial" pitchFamily="34" charset="-122"/>
                <a:cs typeface="Arial" pitchFamily="34" charset="-120"/>
              </a:rPr>
              <a:t>No test may go live until the HoD has completed the academic and technical checks and approved the final version.</a:t>
            </a:r>
            <a:endParaRPr lang="en-US" sz="1400" dirty="0"/>
          </a:p>
          <a:p>
            <a:pPr algn="l" indent="0" marL="0">
              <a:spcAft>
                <a:spcPts val="800"/>
              </a:spcAft>
              <a:buNone/>
            </a:pPr>
            <a:r>
              <a:rPr lang="en-US" altLang="en-US" sz="1400" dirty="0">
                <a:solidFill>
                  <a:schemeClr val="tx1"/>
                </a:solidFill>
                <a:latin typeface="Arial" pitchFamily="34" charset="0"/>
                <a:ea typeface="Arial" pitchFamily="34" charset="-122"/>
                <a:cs typeface="Arial" pitchFamily="34" charset="-120"/>
              </a:rPr>
              <a:t>After approval: no changes to content, points or the access window without permission.</a:t>
            </a:r>
            <a:endParaRPr lang="en-US" sz="1400" dirty="0"/>
          </a:p>
        </p:txBody>
      </p:sp>
      <p:sp>
        <p:nvSpPr>
          <p:cNvPr id="45" name="Slide Number Placeholder 0"/>
          <p:cNvSpPr>
            <a:spLocks noGrp="1"/>
          </p:cNvSpPr>
          <p:nvPr>
            <p:ph type="sldNum" sz="quarter" idx="4294967295"/>
          </p:nvPr>
        </p:nvSpPr>
        <p:spPr>
          <a:xfrm>
            <a:off x="11201400" y="6419088"/>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6B7A8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1307592" y="347472"/>
            <a:ext cx="10332720" cy="777240"/>
          </a:xfrm>
          <a:prstGeom prst="rect">
            <a:avLst/>
          </a:prstGeom>
          <a:noFill/>
          <a:ln/>
        </p:spPr>
        <p:txBody>
          <a:bodyPr wrap="square" lIns="0" tIns="0" rIns="0" bIns="0" rtlCol="0" anchor="ctr"/>
          <a:lstStyle/>
          <a:p>
            <a:pPr algn="l" indent="0" marL="0">
              <a:buNone/>
            </a:pPr>
            <a:r>
              <a:rPr lang="en-US" altLang="en-US" sz="3000" b="1" dirty="0">
                <a:solidFill>
                  <a:schemeClr val="tx2"/>
                </a:solidFill>
              </a:rPr>
              <a:t>During the test: monitoring and problems</a:t>
            </a:r>
            <a:endParaRPr lang="en-US" sz="3000" dirty="0"/>
          </a:p>
        </p:txBody>
      </p:sp>
      <p:sp>
        <p:nvSpPr>
          <p:cNvPr id="3" name="title-badge"/>
          <p:cNvSpPr/>
          <p:nvPr/>
        </p:nvSpPr>
        <p:spPr>
          <a:xfrm>
            <a:off x="505663" y="411480"/>
            <a:ext cx="640080" cy="640080"/>
          </a:xfrm>
          <a:prstGeom prst="ellipse">
            <a:avLst/>
          </a:prstGeom>
          <a:solidFill>
            <a:schemeClr val="accent1"/>
          </a:solidFill>
          <a:ln/>
        </p:spPr>
      </p:sp>
      <p:pic>
        <p:nvPicPr>
          <p:cNvPr id="4" name="Image 0" descr="preencoded.png">    </p:cNvPr>
          <p:cNvPicPr>
            <a:picLocks noChangeAspect="1"/>
          </p:cNvPicPr>
          <p:nvPr/>
        </p:nvPicPr>
        <p:blipFill>
          <a:blip r:embed="rId1"/>
          <a:stretch>
            <a:fillRect/>
          </a:stretch>
        </p:blipFill>
        <p:spPr>
          <a:xfrm>
            <a:off x="670255" y="576072"/>
            <a:ext cx="310896" cy="310896"/>
          </a:xfrm>
          <a:prstGeom prst="rect">
            <a:avLst/>
          </a:prstGeom>
        </p:spPr>
      </p:pic>
      <p:sp>
        <p:nvSpPr>
          <p:cNvPr id="5" name="during-duties"/>
          <p:cNvSpPr/>
          <p:nvPr/>
        </p:nvSpPr>
        <p:spPr>
          <a:xfrm>
            <a:off x="551383" y="1417320"/>
            <a:ext cx="3822192" cy="4617720"/>
          </a:xfrm>
          <a:prstGeom prst="roundRect">
            <a:avLst>
              <a:gd name="adj" fmla="val 2871"/>
            </a:avLst>
          </a:prstGeom>
          <a:solidFill>
            <a:schemeClr val="bg2"/>
          </a:solidFill>
          <a:ln/>
        </p:spPr>
      </p:sp>
      <p:sp>
        <p:nvSpPr>
          <p:cNvPr id="6" name="Text 3"/>
          <p:cNvSpPr txBox="1"/>
          <p:nvPr/>
        </p:nvSpPr>
        <p:spPr>
          <a:xfrm>
            <a:off x="715975" y="1554480"/>
            <a:ext cx="3474720" cy="411480"/>
          </a:xfrm>
          <a:prstGeom prst="rect">
            <a:avLst/>
          </a:prstGeom>
          <a:noFill/>
          <a:ln/>
        </p:spPr>
        <p:txBody>
          <a:bodyPr wrap="square" lIns="0" tIns="0" rIns="0" bIns="0" rtlCol="0" anchor="t"/>
          <a:lstStyle/>
          <a:p>
            <a:pPr algn="l" indent="0" marL="0">
              <a:buNone/>
            </a:pPr>
            <a:r>
              <a:rPr lang="en-US" altLang="en-US" sz="1800" b="1" dirty="0">
                <a:solidFill>
                  <a:schemeClr val="tx2"/>
                </a:solidFill>
                <a:latin typeface="Arial" pitchFamily="34" charset="0"/>
                <a:ea typeface="Arial" pitchFamily="34" charset="-122"/>
                <a:cs typeface="Arial" pitchFamily="34" charset="-120"/>
              </a:rPr>
              <a:t>Teacher duties</a:t>
            </a:r>
            <a:endParaRPr lang="en-US" sz="1800" dirty="0"/>
          </a:p>
        </p:txBody>
      </p:sp>
      <p:sp>
        <p:nvSpPr>
          <p:cNvPr id="7" name="Text 4"/>
          <p:cNvSpPr txBox="1"/>
          <p:nvPr/>
        </p:nvSpPr>
        <p:spPr>
          <a:xfrm>
            <a:off x="715975" y="2057400"/>
            <a:ext cx="3474720" cy="3840480"/>
          </a:xfrm>
          <a:prstGeom prst="rect">
            <a:avLst/>
          </a:prstGeom>
          <a:noFill/>
          <a:ln/>
        </p:spPr>
        <p:txBody>
          <a:bodyPr wrap="square" lIns="0" tIns="0" rIns="0" bIns="0" rtlCol="0" anchor="t"/>
          <a:lstStyle/>
          <a:p>
            <a:pPr algn="l" marL="342900" indent="-342900">
              <a:spcAft>
                <a:spcPts val="900"/>
              </a:spcAft>
              <a:buSzPct val="100000"/>
              <a:buChar char="•"/>
            </a:pPr>
            <a:r>
              <a:rPr lang="en-US" altLang="en-US" sz="1400" dirty="0">
                <a:solidFill>
                  <a:schemeClr val="tx1"/>
                </a:solidFill>
                <a:latin typeface="Arial" pitchFamily="34" charset="0"/>
                <a:ea typeface="Arial" pitchFamily="34" charset="-122"/>
                <a:cs typeface="Arial" pitchFamily="34" charset="-120"/>
              </a:rPr>
              <a:t>Be available and on time throughout</a:t>
            </a:r>
            <a:endParaRPr lang="en-US" sz="1400" dirty="0"/>
          </a:p>
          <a:p>
            <a:pPr algn="l" marL="342900" indent="-342900">
              <a:spcAft>
                <a:spcPts val="900"/>
              </a:spcAft>
              <a:buSzPct val="100000"/>
              <a:buChar char="•"/>
            </a:pPr>
            <a:r>
              <a:rPr lang="en-US" altLang="en-US" sz="1400" dirty="0">
                <a:solidFill>
                  <a:schemeClr val="tx1"/>
                </a:solidFill>
                <a:latin typeface="Arial" pitchFamily="34" charset="0"/>
                <a:ea typeface="Arial" pitchFamily="34" charset="-122"/>
                <a:cs typeface="Arial" pitchFamily="34" charset="-120"/>
              </a:rPr>
              <a:t>Release the correct link at the start time</a:t>
            </a:r>
            <a:endParaRPr lang="en-US" sz="1400" dirty="0"/>
          </a:p>
          <a:p>
            <a:pPr algn="l" marL="342900" indent="-342900">
              <a:spcAft>
                <a:spcPts val="900"/>
              </a:spcAft>
              <a:buSzPct val="100000"/>
              <a:buChar char="•"/>
            </a:pPr>
            <a:r>
              <a:rPr lang="en-US" altLang="en-US" sz="1400" dirty="0">
                <a:solidFill>
                  <a:schemeClr val="tx1"/>
                </a:solidFill>
                <a:latin typeface="Arial" pitchFamily="34" charset="0"/>
                <a:ea typeface="Arial" pitchFamily="34" charset="-122"/>
                <a:cs typeface="Arial" pitchFamily="34" charset="-120"/>
              </a:rPr>
              <a:t>Record attendance; track submissions against the class list</a:t>
            </a:r>
            <a:endParaRPr lang="en-US" sz="1400" dirty="0"/>
          </a:p>
          <a:p>
            <a:pPr algn="l" marL="342900" indent="-342900">
              <a:spcAft>
                <a:spcPts val="900"/>
              </a:spcAft>
              <a:buSzPct val="100000"/>
              <a:buChar char="•"/>
            </a:pPr>
            <a:r>
              <a:rPr lang="en-US" altLang="en-US" sz="1400" dirty="0">
                <a:solidFill>
                  <a:schemeClr val="tx1"/>
                </a:solidFill>
                <a:latin typeface="Arial" pitchFamily="34" charset="0"/>
                <a:ea typeface="Arial" pitchFamily="34" charset="-122"/>
                <a:cs typeface="Arial" pitchFamily="34" charset="-120"/>
              </a:rPr>
              <a:t>Give technical support without revealing answers</a:t>
            </a:r>
            <a:endParaRPr lang="en-US" sz="1400" dirty="0"/>
          </a:p>
          <a:p>
            <a:pPr algn="l" marL="342900" indent="-342900">
              <a:spcAft>
                <a:spcPts val="900"/>
              </a:spcAft>
              <a:buSzPct val="100000"/>
              <a:buChar char="•"/>
            </a:pPr>
            <a:r>
              <a:rPr lang="en-US" altLang="en-US" sz="1400" dirty="0">
                <a:solidFill>
                  <a:schemeClr val="tx1"/>
                </a:solidFill>
                <a:latin typeface="Arial" pitchFamily="34" charset="0"/>
                <a:ea typeface="Arial" pitchFamily="34" charset="-122"/>
                <a:cs typeface="Arial" pitchFamily="34" charset="-120"/>
              </a:rPr>
              <a:t>Record and report problems immediately</a:t>
            </a:r>
            <a:endParaRPr lang="en-US" sz="1400" dirty="0"/>
          </a:p>
          <a:p>
            <a:pPr algn="l" marL="342900" indent="-342900">
              <a:spcAft>
                <a:spcPts val="900"/>
              </a:spcAft>
              <a:buSzPct val="100000"/>
              <a:buChar char="•"/>
            </a:pPr>
            <a:r>
              <a:rPr lang="en-US" altLang="en-US" sz="1400" dirty="0">
                <a:solidFill>
                  <a:schemeClr val="tx1"/>
                </a:solidFill>
                <a:latin typeface="Arial" pitchFamily="34" charset="0"/>
                <a:ea typeface="Arial" pitchFamily="34" charset="-122"/>
                <a:cs typeface="Arial" pitchFamily="34" charset="-120"/>
              </a:rPr>
              <a:t>Refer extension or restart requests to the HoD</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647895" y="1417320"/>
          <a:ext cx="6995160" cy="914400"/>
        </p:xfrm>
        <a:graphic>
          <a:graphicData uri="http://schemas.openxmlformats.org/drawingml/2006/table">
            <a:tbl>
              <a:tblPr/>
              <a:tblGrid>
                <a:gridCol w="2286000"/>
                <a:gridCol w="4709160"/>
              </a:tblGrid>
              <a:tr h="548640">
                <a:tc>
                  <a:txBody>
                    <a:bodyPr/>
                    <a:lstStyle/>
                    <a:p>
                      <a:pPr algn="l" indent="0" marL="0">
                        <a:buNone/>
                      </a:pPr>
                      <a:r>
                        <a:rPr lang="en-US" altLang="en-US" sz="1400" b="1" dirty="0">
                          <a:solidFill>
                            <a:srgbClr val="FFFFFF"/>
                          </a:solidFill>
                          <a:latin typeface="Arial" pitchFamily="34" charset="0"/>
                          <a:ea typeface="Arial" pitchFamily="34" charset="-122"/>
                          <a:cs typeface="Arial" pitchFamily="34" charset="-120"/>
                        </a:rPr>
                        <a:t>Situation</a:t>
                      </a:r>
                      <a:endParaRPr lang="en-US" sz="1400" dirty="0">
                        <a:latin typeface="Arial" charset="0"/>
                        <a:ea typeface="Arial" charset="0"/>
                        <a:cs typeface="Arial" charset="0"/>
                      </a:endParaRPr>
                    </a:p>
                  </a:txBody>
                  <a:tcPr marL="91440" marR="91440" marT="36576" marB="36576"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0B4F52"/>
                    </a:solidFill>
                  </a:tcPr>
                </a:tc>
                <a:tc>
                  <a:txBody>
                    <a:bodyPr/>
                    <a:lstStyle/>
                    <a:p>
                      <a:pPr algn="l" indent="0" marL="0">
                        <a:buNone/>
                      </a:pPr>
                      <a:r>
                        <a:rPr lang="en-US" altLang="en-US" sz="1400" b="1" dirty="0">
                          <a:solidFill>
                            <a:srgbClr val="FFFFFF"/>
                          </a:solidFill>
                          <a:latin typeface="Arial" pitchFamily="34" charset="0"/>
                          <a:ea typeface="Arial" pitchFamily="34" charset="-122"/>
                          <a:cs typeface="Arial" pitchFamily="34" charset="-120"/>
                        </a:rPr>
                        <a:t>Required response</a:t>
                      </a:r>
                      <a:endParaRPr lang="en-US" sz="1400" dirty="0">
                        <a:latin typeface="Arial" charset="0"/>
                        <a:ea typeface="Arial" charset="0"/>
                        <a:cs typeface="Arial" charset="0"/>
                      </a:endParaRPr>
                    </a:p>
                  </a:txBody>
                  <a:tcPr marL="91440" marR="91440" marT="36576" marB="36576"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0B4F52"/>
                    </a:solidFill>
                  </a:tcPr>
                </a:tc>
              </a:tr>
              <a:tr h="548640">
                <a:tc>
                  <a:txBody>
                    <a:bodyPr/>
                    <a:lstStyle/>
                    <a:p>
                      <a:pPr algn="l" indent="0" marL="0">
                        <a:buNone/>
                      </a:pPr>
                      <a:r>
                        <a:rPr lang="en-US" altLang="en-US" sz="1300" b="1" dirty="0">
                          <a:solidFill>
                            <a:srgbClr val="1B2A33"/>
                          </a:solidFill>
                          <a:latin typeface="Arial" pitchFamily="34" charset="0"/>
                          <a:ea typeface="Arial" pitchFamily="34" charset="-122"/>
                          <a:cs typeface="Arial" pitchFamily="34" charset="-120"/>
                        </a:rPr>
                        <a:t>Cannot open the quiz</a:t>
                      </a:r>
                      <a:endParaRPr lang="en-US" sz="1300" dirty="0">
                        <a:latin typeface="Arial" charset="0"/>
                        <a:ea typeface="Arial" charset="0"/>
                        <a:cs typeface="Arial" charset="0"/>
                      </a:endParaRPr>
                    </a:p>
                  </a:txBody>
                  <a:tcPr marL="91440" marR="91440" marT="36576" marB="36576"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1B2A33"/>
                          </a:solidFill>
                          <a:latin typeface="Arial" pitchFamily="34" charset="0"/>
                          <a:ea typeface="Arial" pitchFamily="34" charset="-122"/>
                          <a:cs typeface="Arial" pitchFamily="34" charset="-120"/>
                        </a:rPr>
                        <a:t>Check the link, signed-in account and access settings; escalate to the HoD</a:t>
                      </a:r>
                      <a:endParaRPr lang="en-US" sz="1300" dirty="0">
                        <a:latin typeface="Arial" charset="0"/>
                        <a:ea typeface="Arial" charset="0"/>
                        <a:cs typeface="Arial" charset="0"/>
                      </a:endParaRPr>
                    </a:p>
                  </a:txBody>
                  <a:tcPr marL="91440" marR="91440" marT="36576" marB="36576"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r>
              <a:tr h="548640">
                <a:tc>
                  <a:txBody>
                    <a:bodyPr/>
                    <a:lstStyle/>
                    <a:p>
                      <a:pPr algn="l" indent="0" marL="0">
                        <a:buNone/>
                      </a:pPr>
                      <a:r>
                        <a:rPr lang="en-US" altLang="en-US" sz="1300" b="1" dirty="0">
                          <a:solidFill>
                            <a:srgbClr val="1B2A33"/>
                          </a:solidFill>
                          <a:latin typeface="Arial" pitchFamily="34" charset="0"/>
                          <a:ea typeface="Arial" pitchFamily="34" charset="-122"/>
                          <a:cs typeface="Arial" pitchFamily="34" charset="-120"/>
                        </a:rPr>
                        <a:t>Connection interrupted</a:t>
                      </a:r>
                      <a:endParaRPr lang="en-US" sz="1300" dirty="0">
                        <a:latin typeface="Arial" charset="0"/>
                        <a:ea typeface="Arial" charset="0"/>
                        <a:cs typeface="Arial" charset="0"/>
                      </a:endParaRPr>
                    </a:p>
                  </a:txBody>
                  <a:tcPr marL="91440" marR="91440" marT="36576" marB="36576"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c>
                  <a:txBody>
                    <a:bodyPr/>
                    <a:lstStyle/>
                    <a:p>
                      <a:pPr algn="l" indent="0" marL="0">
                        <a:buNone/>
                      </a:pPr>
                      <a:r>
                        <a:rPr lang="en-US" altLang="en-US" sz="1300" dirty="0">
                          <a:solidFill>
                            <a:srgbClr val="1B2A33"/>
                          </a:solidFill>
                          <a:latin typeface="Arial" pitchFamily="34" charset="0"/>
                          <a:ea typeface="Arial" pitchFamily="34" charset="-122"/>
                          <a:cs typeface="Arial" pitchFamily="34" charset="-120"/>
                        </a:rPr>
                        <a:t>Student reports at once; record it and verify whether a submission arrived</a:t>
                      </a:r>
                      <a:endParaRPr lang="en-US" sz="1300" dirty="0">
                        <a:latin typeface="Arial" charset="0"/>
                        <a:ea typeface="Arial" charset="0"/>
                        <a:cs typeface="Arial" charset="0"/>
                      </a:endParaRPr>
                    </a:p>
                  </a:txBody>
                  <a:tcPr marL="91440" marR="91440" marT="36576" marB="36576"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r>
              <a:tr h="548640">
                <a:tc>
                  <a:txBody>
                    <a:bodyPr/>
                    <a:lstStyle/>
                    <a:p>
                      <a:pPr algn="l" indent="0" marL="0">
                        <a:buNone/>
                      </a:pPr>
                      <a:r>
                        <a:rPr lang="en-US" altLang="en-US" sz="1300" b="1" dirty="0">
                          <a:solidFill>
                            <a:srgbClr val="1B2A33"/>
                          </a:solidFill>
                          <a:latin typeface="Arial" pitchFamily="34" charset="0"/>
                          <a:ea typeface="Arial" pitchFamily="34" charset="-122"/>
                          <a:cs typeface="Arial" pitchFamily="34" charset="-120"/>
                        </a:rPr>
                        <a:t>Early submission by mistake</a:t>
                      </a:r>
                      <a:endParaRPr lang="en-US" sz="1300" dirty="0">
                        <a:latin typeface="Arial" charset="0"/>
                        <a:ea typeface="Arial" charset="0"/>
                        <a:cs typeface="Arial" charset="0"/>
                      </a:endParaRPr>
                    </a:p>
                  </a:txBody>
                  <a:tcPr marL="91440" marR="91440" marT="36576" marB="36576"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1B2A33"/>
                          </a:solidFill>
                          <a:latin typeface="Arial" pitchFamily="34" charset="0"/>
                          <a:ea typeface="Arial" pitchFamily="34" charset="-122"/>
                          <a:cs typeface="Arial" pitchFamily="34" charset="-120"/>
                        </a:rPr>
                        <a:t>Check the response; any further attempt needs approval</a:t>
                      </a:r>
                      <a:endParaRPr lang="en-US" sz="1300" dirty="0">
                        <a:latin typeface="Arial" charset="0"/>
                        <a:ea typeface="Arial" charset="0"/>
                        <a:cs typeface="Arial" charset="0"/>
                      </a:endParaRPr>
                    </a:p>
                  </a:txBody>
                  <a:tcPr marL="91440" marR="91440" marT="36576" marB="36576"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r>
              <a:tr h="548640">
                <a:tc>
                  <a:txBody>
                    <a:bodyPr/>
                    <a:lstStyle/>
                    <a:p>
                      <a:pPr algn="l" indent="0" marL="0">
                        <a:buNone/>
                      </a:pPr>
                      <a:r>
                        <a:rPr lang="en-US" altLang="en-US" sz="1300" b="1" dirty="0">
                          <a:solidFill>
                            <a:srgbClr val="1B2A33"/>
                          </a:solidFill>
                          <a:latin typeface="Arial" pitchFamily="34" charset="0"/>
                          <a:ea typeface="Arial" pitchFamily="34" charset="-122"/>
                          <a:cs typeface="Arial" pitchFamily="34" charset="-120"/>
                        </a:rPr>
                        <a:t>Quiz fails to display</a:t>
                      </a:r>
                      <a:endParaRPr lang="en-US" sz="1300" dirty="0">
                        <a:latin typeface="Arial" charset="0"/>
                        <a:ea typeface="Arial" charset="0"/>
                        <a:cs typeface="Arial" charset="0"/>
                      </a:endParaRPr>
                    </a:p>
                  </a:txBody>
                  <a:tcPr marL="91440" marR="91440" marT="36576" marB="36576"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c>
                  <a:txBody>
                    <a:bodyPr/>
                    <a:lstStyle/>
                    <a:p>
                      <a:pPr algn="l" indent="0" marL="0">
                        <a:buNone/>
                      </a:pPr>
                      <a:r>
                        <a:rPr lang="en-US" altLang="en-US" sz="1300" dirty="0">
                          <a:solidFill>
                            <a:srgbClr val="1B2A33"/>
                          </a:solidFill>
                          <a:latin typeface="Arial" pitchFamily="34" charset="0"/>
                          <a:ea typeface="Arial" pitchFamily="34" charset="-122"/>
                          <a:cs typeface="Arial" pitchFamily="34" charset="-120"/>
                        </a:rPr>
                        <a:t>Capture the issue, notify the HoD; check device and browser</a:t>
                      </a:r>
                      <a:endParaRPr lang="en-US" sz="1300" dirty="0">
                        <a:latin typeface="Arial" charset="0"/>
                        <a:ea typeface="Arial" charset="0"/>
                        <a:cs typeface="Arial" charset="0"/>
                      </a:endParaRPr>
                    </a:p>
                  </a:txBody>
                  <a:tcPr marL="91440" marR="91440" marT="36576" marB="36576"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r>
              <a:tr h="548640">
                <a:tc>
                  <a:txBody>
                    <a:bodyPr/>
                    <a:lstStyle/>
                    <a:p>
                      <a:pPr algn="l" indent="0" marL="0">
                        <a:buNone/>
                      </a:pPr>
                      <a:r>
                        <a:rPr lang="en-US" altLang="en-US" sz="1300" b="1" dirty="0">
                          <a:solidFill>
                            <a:srgbClr val="1B2A33"/>
                          </a:solidFill>
                          <a:latin typeface="Arial" pitchFamily="34" charset="0"/>
                          <a:ea typeface="Arial" pitchFamily="34" charset="-122"/>
                          <a:cs typeface="Arial" pitchFamily="34" charset="-120"/>
                        </a:rPr>
                        <a:t>Missing response</a:t>
                      </a:r>
                      <a:endParaRPr lang="en-US" sz="1300" dirty="0">
                        <a:latin typeface="Arial" charset="0"/>
                        <a:ea typeface="Arial" charset="0"/>
                        <a:cs typeface="Arial" charset="0"/>
                      </a:endParaRPr>
                    </a:p>
                  </a:txBody>
                  <a:tcPr marL="91440" marR="91440" marT="36576" marB="36576"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1B2A33"/>
                          </a:solidFill>
                          <a:latin typeface="Arial" pitchFamily="34" charset="0"/>
                          <a:ea typeface="Arial" pitchFamily="34" charset="-122"/>
                          <a:cs typeface="Arial" pitchFamily="34" charset="-120"/>
                        </a:rPr>
                        <a:t>Cross-check identity, responses, attendance and records</a:t>
                      </a:r>
                      <a:endParaRPr lang="en-US" sz="1300" dirty="0">
                        <a:latin typeface="Arial" charset="0"/>
                        <a:ea typeface="Arial" charset="0"/>
                        <a:cs typeface="Arial" charset="0"/>
                      </a:endParaRPr>
                    </a:p>
                  </a:txBody>
                  <a:tcPr marL="91440" marR="91440" marT="36576" marB="36576"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FFFFFF"/>
                    </a:solidFill>
                  </a:tcPr>
                </a:tc>
              </a:tr>
              <a:tr h="548640">
                <a:tc>
                  <a:txBody>
                    <a:bodyPr/>
                    <a:lstStyle/>
                    <a:p>
                      <a:pPr algn="l" indent="0" marL="0">
                        <a:buNone/>
                      </a:pPr>
                      <a:r>
                        <a:rPr lang="en-US" altLang="en-US" sz="1300" b="1" dirty="0">
                          <a:solidFill>
                            <a:srgbClr val="1B2A33"/>
                          </a:solidFill>
                          <a:latin typeface="Arial" pitchFamily="34" charset="0"/>
                          <a:ea typeface="Arial" pitchFamily="34" charset="-122"/>
                          <a:cs typeface="Arial" pitchFamily="34" charset="-120"/>
                        </a:rPr>
                        <a:t>Widespread disruption</a:t>
                      </a:r>
                      <a:endParaRPr lang="en-US" sz="1300" dirty="0">
                        <a:latin typeface="Arial" charset="0"/>
                        <a:ea typeface="Arial" charset="0"/>
                        <a:cs typeface="Arial" charset="0"/>
                      </a:endParaRPr>
                    </a:p>
                  </a:txBody>
                  <a:tcPr marL="91440" marR="91440" marT="36576" marB="36576"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c>
                  <a:txBody>
                    <a:bodyPr/>
                    <a:lstStyle/>
                    <a:p>
                      <a:pPr algn="l" indent="0" marL="0">
                        <a:buNone/>
                      </a:pPr>
                      <a:r>
                        <a:rPr lang="en-US" altLang="en-US" sz="1300" dirty="0">
                          <a:solidFill>
                            <a:srgbClr val="1B2A33"/>
                          </a:solidFill>
                          <a:latin typeface="Arial" pitchFamily="34" charset="0"/>
                          <a:ea typeface="Arial" pitchFamily="34" charset="-122"/>
                          <a:cs typeface="Arial" pitchFamily="34" charset="-120"/>
                        </a:rPr>
                        <a:t>HoD informs heads of sections; one common decision</a:t>
                      </a:r>
                      <a:endParaRPr lang="en-US" sz="1300" dirty="0">
                        <a:latin typeface="Arial" charset="0"/>
                        <a:ea typeface="Arial" charset="0"/>
                        <a:cs typeface="Arial" charset="0"/>
                      </a:endParaRPr>
                    </a:p>
                  </a:txBody>
                  <a:tcPr marL="91440" marR="91440" marT="36576" marB="36576" anchor="ctr">
                    <a:lnL w="9525" cap="flat" cmpd="sng" algn="ctr">
                      <a:solidFill>
                        <a:srgbClr val="D6DCE0"/>
                      </a:solidFill>
                      <a:prstDash val="solid"/>
                      <a:round/>
                      <a:headEnd type="none" w="med" len="med"/>
                      <a:tailEnd type="none" w="med" len="med"/>
                    </a:lnL>
                    <a:lnR w="9525" cap="flat" cmpd="sng" algn="ctr">
                      <a:solidFill>
                        <a:srgbClr val="D6DCE0"/>
                      </a:solidFill>
                      <a:prstDash val="solid"/>
                      <a:round/>
                      <a:headEnd type="none" w="med" len="med"/>
                      <a:tailEnd type="none" w="med" len="med"/>
                    </a:lnR>
                    <a:lnT w="9525" cap="flat" cmpd="sng" algn="ctr">
                      <a:solidFill>
                        <a:srgbClr val="D6DCE0"/>
                      </a:solidFill>
                      <a:prstDash val="solid"/>
                      <a:round/>
                      <a:headEnd type="none" w="med" len="med"/>
                      <a:tailEnd type="none" w="med" len="med"/>
                    </a:lnT>
                    <a:lnB w="9525" cap="flat" cmpd="sng" algn="ctr">
                      <a:solidFill>
                        <a:srgbClr val="D6DCE0"/>
                      </a:solidFill>
                      <a:prstDash val="solid"/>
                      <a:round/>
                      <a:headEnd type="none" w="med" len="med"/>
                      <a:tailEnd type="none" w="med" len="med"/>
                    </a:lnB>
                    <a:solidFill>
                      <a:srgbClr val="EAF4F4"/>
                    </a:solidFill>
                  </a:tcPr>
                </a:tc>
              </a:tr>
            </a:tbl>
          </a:graphicData>
        </a:graphic>
      </p:graphicFrame>
      <p:sp>
        <p:nvSpPr>
          <p:cNvPr id="9" name="no-promise"/>
          <p:cNvSpPr/>
          <p:nvPr/>
        </p:nvSpPr>
        <p:spPr>
          <a:xfrm>
            <a:off x="4647895" y="5440680"/>
            <a:ext cx="6995160" cy="594360"/>
          </a:xfrm>
          <a:prstGeom prst="roundRect">
            <a:avLst>
              <a:gd name="adj" fmla="val 18462"/>
            </a:avLst>
          </a:prstGeom>
          <a:solidFill>
            <a:srgbClr val="FBEAE8"/>
          </a:solidFill>
          <a:ln/>
        </p:spPr>
      </p:sp>
      <p:sp>
        <p:nvSpPr>
          <p:cNvPr id="10" name="Text 6"/>
          <p:cNvSpPr txBox="1"/>
          <p:nvPr/>
        </p:nvSpPr>
        <p:spPr>
          <a:xfrm>
            <a:off x="4830775" y="5440680"/>
            <a:ext cx="6629400" cy="594360"/>
          </a:xfrm>
          <a:prstGeom prst="rect">
            <a:avLst/>
          </a:prstGeom>
          <a:noFill/>
          <a:ln/>
        </p:spPr>
        <p:txBody>
          <a:bodyPr wrap="square" lIns="0" tIns="0" rIns="0" bIns="0" rtlCol="0" anchor="ctr"/>
          <a:lstStyle/>
          <a:p>
            <a:pPr algn="l" indent="0" marL="0">
              <a:buNone/>
            </a:pPr>
            <a:r>
              <a:rPr lang="en-US" altLang="en-US" sz="1400" b="1" dirty="0">
                <a:solidFill>
                  <a:schemeClr val="accent4"/>
                </a:solidFill>
                <a:latin typeface="Arial" pitchFamily="34" charset="0"/>
                <a:ea typeface="Arial" pitchFamily="34" charset="-122"/>
                <a:cs typeface="Arial" pitchFamily="34" charset="-120"/>
              </a:rPr>
              <a:t>Never promise extra time, reopen the test or allow a second attempt yourself</a:t>
            </a:r>
            <a:endParaRPr lang="en-US" sz="1400" dirty="0"/>
          </a:p>
        </p:txBody>
      </p:sp>
      <p:sp>
        <p:nvSpPr>
          <p:cNvPr id="11" name="Slide Number Placeholder 0"/>
          <p:cNvSpPr>
            <a:spLocks noGrp="1"/>
          </p:cNvSpPr>
          <p:nvPr>
            <p:ph type="sldNum" sz="quarter" idx="4294967295"/>
          </p:nvPr>
        </p:nvSpPr>
        <p:spPr>
          <a:xfrm>
            <a:off x="11201400" y="6419088"/>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6B7A8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1307592" y="347472"/>
            <a:ext cx="10332720" cy="777240"/>
          </a:xfrm>
          <a:prstGeom prst="rect">
            <a:avLst/>
          </a:prstGeom>
          <a:noFill/>
          <a:ln/>
        </p:spPr>
        <p:txBody>
          <a:bodyPr wrap="square" lIns="0" tIns="0" rIns="0" bIns="0" rtlCol="0" anchor="ctr"/>
          <a:lstStyle/>
          <a:p>
            <a:pPr algn="l" indent="0" marL="0">
              <a:buNone/>
            </a:pPr>
            <a:r>
              <a:rPr lang="en-US" altLang="en-US" sz="3000" b="1" dirty="0">
                <a:solidFill>
                  <a:schemeClr val="tx2"/>
                </a:solidFill>
              </a:rPr>
              <a:t>After the test: marking, export and reporting</a:t>
            </a:r>
            <a:endParaRPr lang="en-US" sz="3000" dirty="0"/>
          </a:p>
        </p:txBody>
      </p:sp>
      <p:sp>
        <p:nvSpPr>
          <p:cNvPr id="3" name="title-badge"/>
          <p:cNvSpPr/>
          <p:nvPr/>
        </p:nvSpPr>
        <p:spPr>
          <a:xfrm>
            <a:off x="505663" y="411480"/>
            <a:ext cx="640080" cy="640080"/>
          </a:xfrm>
          <a:prstGeom prst="ellipse">
            <a:avLst/>
          </a:prstGeom>
          <a:solidFill>
            <a:schemeClr val="accent1"/>
          </a:solidFill>
          <a:ln/>
        </p:spPr>
      </p:sp>
      <p:pic>
        <p:nvPicPr>
          <p:cNvPr id="4" name="Image 0" descr="preencoded.png">    </p:cNvPr>
          <p:cNvPicPr>
            <a:picLocks noChangeAspect="1"/>
          </p:cNvPicPr>
          <p:nvPr/>
        </p:nvPicPr>
        <p:blipFill>
          <a:blip r:embed="rId1"/>
          <a:stretch>
            <a:fillRect/>
          </a:stretch>
        </p:blipFill>
        <p:spPr>
          <a:xfrm>
            <a:off x="670255" y="576072"/>
            <a:ext cx="310896" cy="310896"/>
          </a:xfrm>
          <a:prstGeom prst="rect">
            <a:avLst/>
          </a:prstGeom>
        </p:spPr>
      </p:pic>
      <p:sp>
        <p:nvSpPr>
          <p:cNvPr id="5" name="after-1"/>
          <p:cNvSpPr/>
          <p:nvPr/>
        </p:nvSpPr>
        <p:spPr>
          <a:xfrm>
            <a:off x="551383" y="1417320"/>
            <a:ext cx="2057400" cy="2606040"/>
          </a:xfrm>
          <a:prstGeom prst="roundRect">
            <a:avLst>
              <a:gd name="adj" fmla="val 5333"/>
            </a:avLst>
          </a:prstGeom>
          <a:solidFill>
            <a:schemeClr val="bg2"/>
          </a:solidFill>
          <a:ln/>
        </p:spPr>
      </p:sp>
      <p:sp>
        <p:nvSpPr>
          <p:cNvPr id="6" name="Shape 3"/>
          <p:cNvSpPr/>
          <p:nvPr/>
        </p:nvSpPr>
        <p:spPr>
          <a:xfrm>
            <a:off x="688543" y="1554480"/>
            <a:ext cx="365760" cy="365760"/>
          </a:xfrm>
          <a:prstGeom prst="ellipse">
            <a:avLst/>
          </a:prstGeom>
          <a:solidFill>
            <a:schemeClr val="accent1"/>
          </a:solidFill>
          <a:ln w="19050">
            <a:solidFill>
              <a:srgbClr val="FFFFFF"/>
            </a:solidFill>
            <a:prstDash val="solid"/>
          </a:ln>
        </p:spPr>
      </p:sp>
      <p:sp>
        <p:nvSpPr>
          <p:cNvPr id="7" name="Text 4"/>
          <p:cNvSpPr txBox="1"/>
          <p:nvPr/>
        </p:nvSpPr>
        <p:spPr>
          <a:xfrm>
            <a:off x="688543" y="1554480"/>
            <a:ext cx="365760" cy="365760"/>
          </a:xfrm>
          <a:prstGeom prst="rect">
            <a:avLst/>
          </a:prstGeom>
          <a:noFill/>
          <a:ln/>
        </p:spPr>
        <p:txBody>
          <a:bodyPr wrap="square" lIns="0" tIns="0" rIns="0" bIns="0" rtlCol="0" anchor="ctr"/>
          <a:lstStyle/>
          <a:p>
            <a:pPr algn="ctr" indent="0" marL="0">
              <a:buNone/>
            </a:pPr>
            <a:r>
              <a:rPr lang="en-US" altLang="en-US" sz="1300" b="1" dirty="0">
                <a:solidFill>
                  <a:schemeClr val="bg1"/>
                </a:solidFill>
                <a:latin typeface="Arial" pitchFamily="34" charset="0"/>
                <a:ea typeface="Arial" pitchFamily="34" charset="-122"/>
                <a:cs typeface="Arial" pitchFamily="34" charset="-120"/>
              </a:rPr>
              <a:t>1</a:t>
            </a:r>
            <a:endParaRPr lang="en-US" sz="1300" dirty="0"/>
          </a:p>
        </p:txBody>
      </p:sp>
      <p:sp>
        <p:nvSpPr>
          <p:cNvPr id="8" name="Shape 5"/>
          <p:cNvSpPr/>
          <p:nvPr/>
        </p:nvSpPr>
        <p:spPr>
          <a:xfrm>
            <a:off x="1895551" y="1554480"/>
            <a:ext cx="548640" cy="548640"/>
          </a:xfrm>
          <a:prstGeom prst="ellipse">
            <a:avLst/>
          </a:prstGeom>
          <a:solidFill>
            <a:srgbClr val="FFFFFF"/>
          </a:solidFill>
          <a:ln/>
        </p:spPr>
      </p:sp>
      <p:pic>
        <p:nvPicPr>
          <p:cNvPr id="9" name="Image 1" descr="preencoded.png">    </p:cNvPr>
          <p:cNvPicPr>
            <a:picLocks noChangeAspect="1"/>
          </p:cNvPicPr>
          <p:nvPr/>
        </p:nvPicPr>
        <p:blipFill>
          <a:blip r:embed="rId2"/>
          <a:stretch>
            <a:fillRect/>
          </a:stretch>
        </p:blipFill>
        <p:spPr>
          <a:xfrm>
            <a:off x="2032711" y="1691640"/>
            <a:ext cx="274320" cy="274320"/>
          </a:xfrm>
          <a:prstGeom prst="rect">
            <a:avLst/>
          </a:prstGeom>
        </p:spPr>
      </p:pic>
      <p:sp>
        <p:nvSpPr>
          <p:cNvPr id="10" name="Text 6"/>
          <p:cNvSpPr txBox="1"/>
          <p:nvPr/>
        </p:nvSpPr>
        <p:spPr>
          <a:xfrm>
            <a:off x="688543" y="2286000"/>
            <a:ext cx="1783080" cy="411480"/>
          </a:xfrm>
          <a:prstGeom prst="rect">
            <a:avLst/>
          </a:prstGeom>
          <a:noFill/>
          <a:ln/>
        </p:spPr>
        <p:txBody>
          <a:bodyPr wrap="square" lIns="0" tIns="0" rIns="0" bIns="0" rtlCol="0" anchor="t"/>
          <a:lstStyle/>
          <a:p>
            <a:pPr algn="l" indent="0" marL="0">
              <a:buNone/>
            </a:pPr>
            <a:r>
              <a:rPr lang="en-US" altLang="en-US" sz="1600" b="1" dirty="0">
                <a:solidFill>
                  <a:schemeClr val="tx2"/>
                </a:solidFill>
                <a:latin typeface="Arial" pitchFamily="34" charset="0"/>
                <a:ea typeface="Arial" pitchFamily="34" charset="-122"/>
                <a:cs typeface="Arial" pitchFamily="34" charset="-120"/>
              </a:rPr>
              <a:t>Match responses</a:t>
            </a:r>
            <a:endParaRPr lang="en-US" sz="1600" dirty="0"/>
          </a:p>
        </p:txBody>
      </p:sp>
      <p:sp>
        <p:nvSpPr>
          <p:cNvPr id="11" name="Text 7"/>
          <p:cNvSpPr txBox="1"/>
          <p:nvPr/>
        </p:nvSpPr>
        <p:spPr>
          <a:xfrm>
            <a:off x="688543" y="2724912"/>
            <a:ext cx="1783080" cy="123444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Responses vs attendance; chase missing ones</a:t>
            </a:r>
            <a:endParaRPr lang="en-US" sz="1400" dirty="0"/>
          </a:p>
        </p:txBody>
      </p:sp>
      <p:sp>
        <p:nvSpPr>
          <p:cNvPr id="12" name="after-2"/>
          <p:cNvSpPr/>
          <p:nvPr/>
        </p:nvSpPr>
        <p:spPr>
          <a:xfrm>
            <a:off x="2809951" y="1417320"/>
            <a:ext cx="2057400" cy="2606040"/>
          </a:xfrm>
          <a:prstGeom prst="roundRect">
            <a:avLst>
              <a:gd name="adj" fmla="val 5333"/>
            </a:avLst>
          </a:prstGeom>
          <a:solidFill>
            <a:schemeClr val="bg2"/>
          </a:solidFill>
          <a:ln/>
        </p:spPr>
      </p:sp>
      <p:sp>
        <p:nvSpPr>
          <p:cNvPr id="13" name="Shape 9"/>
          <p:cNvSpPr/>
          <p:nvPr/>
        </p:nvSpPr>
        <p:spPr>
          <a:xfrm>
            <a:off x="2947111" y="1554480"/>
            <a:ext cx="365760" cy="365760"/>
          </a:xfrm>
          <a:prstGeom prst="ellipse">
            <a:avLst/>
          </a:prstGeom>
          <a:solidFill>
            <a:schemeClr val="accent1"/>
          </a:solidFill>
          <a:ln w="19050">
            <a:solidFill>
              <a:srgbClr val="FFFFFF"/>
            </a:solidFill>
            <a:prstDash val="solid"/>
          </a:ln>
        </p:spPr>
      </p:sp>
      <p:sp>
        <p:nvSpPr>
          <p:cNvPr id="14" name="Text 10"/>
          <p:cNvSpPr txBox="1"/>
          <p:nvPr/>
        </p:nvSpPr>
        <p:spPr>
          <a:xfrm>
            <a:off x="2947111" y="1554480"/>
            <a:ext cx="365760" cy="365760"/>
          </a:xfrm>
          <a:prstGeom prst="rect">
            <a:avLst/>
          </a:prstGeom>
          <a:noFill/>
          <a:ln/>
        </p:spPr>
        <p:txBody>
          <a:bodyPr wrap="square" lIns="0" tIns="0" rIns="0" bIns="0" rtlCol="0" anchor="ctr"/>
          <a:lstStyle/>
          <a:p>
            <a:pPr algn="ctr" indent="0" marL="0">
              <a:buNone/>
            </a:pPr>
            <a:r>
              <a:rPr lang="en-US" altLang="en-US" sz="1300" b="1" dirty="0">
                <a:solidFill>
                  <a:schemeClr val="bg1"/>
                </a:solidFill>
                <a:latin typeface="Arial" pitchFamily="34" charset="0"/>
                <a:ea typeface="Arial" pitchFamily="34" charset="-122"/>
                <a:cs typeface="Arial" pitchFamily="34" charset="-120"/>
              </a:rPr>
              <a:t>2</a:t>
            </a:r>
            <a:endParaRPr lang="en-US" sz="1300" dirty="0"/>
          </a:p>
        </p:txBody>
      </p:sp>
      <p:sp>
        <p:nvSpPr>
          <p:cNvPr id="15" name="Shape 11"/>
          <p:cNvSpPr/>
          <p:nvPr/>
        </p:nvSpPr>
        <p:spPr>
          <a:xfrm>
            <a:off x="4154119" y="1554480"/>
            <a:ext cx="548640" cy="548640"/>
          </a:xfrm>
          <a:prstGeom prst="ellipse">
            <a:avLst/>
          </a:prstGeom>
          <a:solidFill>
            <a:srgbClr val="FFFFFF"/>
          </a:solidFill>
          <a:ln/>
        </p:spPr>
      </p:sp>
      <p:pic>
        <p:nvPicPr>
          <p:cNvPr id="16" name="Image 2" descr="preencoded.png">    </p:cNvPr>
          <p:cNvPicPr>
            <a:picLocks noChangeAspect="1"/>
          </p:cNvPicPr>
          <p:nvPr/>
        </p:nvPicPr>
        <p:blipFill>
          <a:blip r:embed="rId3"/>
          <a:stretch>
            <a:fillRect/>
          </a:stretch>
        </p:blipFill>
        <p:spPr>
          <a:xfrm>
            <a:off x="4291279" y="1691640"/>
            <a:ext cx="274320" cy="274320"/>
          </a:xfrm>
          <a:prstGeom prst="rect">
            <a:avLst/>
          </a:prstGeom>
        </p:spPr>
      </p:pic>
      <p:sp>
        <p:nvSpPr>
          <p:cNvPr id="17" name="Text 12"/>
          <p:cNvSpPr txBox="1"/>
          <p:nvPr/>
        </p:nvSpPr>
        <p:spPr>
          <a:xfrm>
            <a:off x="2947111" y="2286000"/>
            <a:ext cx="1783080" cy="411480"/>
          </a:xfrm>
          <a:prstGeom prst="rect">
            <a:avLst/>
          </a:prstGeom>
          <a:noFill/>
          <a:ln/>
        </p:spPr>
        <p:txBody>
          <a:bodyPr wrap="square" lIns="0" tIns="0" rIns="0" bIns="0" rtlCol="0" anchor="t"/>
          <a:lstStyle/>
          <a:p>
            <a:pPr algn="l" indent="0" marL="0">
              <a:buNone/>
            </a:pPr>
            <a:r>
              <a:rPr lang="en-US" altLang="en-US" sz="1600" b="1" dirty="0">
                <a:solidFill>
                  <a:schemeClr val="tx2"/>
                </a:solidFill>
                <a:latin typeface="Arial" pitchFamily="34" charset="0"/>
                <a:ea typeface="Arial" pitchFamily="34" charset="-122"/>
                <a:cs typeface="Arial" pitchFamily="34" charset="-120"/>
              </a:rPr>
              <a:t>Review marking</a:t>
            </a:r>
            <a:endParaRPr lang="en-US" sz="1600" dirty="0"/>
          </a:p>
        </p:txBody>
      </p:sp>
      <p:sp>
        <p:nvSpPr>
          <p:cNvPr id="18" name="Text 13"/>
          <p:cNvSpPr txBox="1"/>
          <p:nvPr/>
        </p:nvSpPr>
        <p:spPr>
          <a:xfrm>
            <a:off x="2947111" y="2724912"/>
            <a:ext cx="1783080" cy="123444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Check auto-scores; mark written answers manually</a:t>
            </a:r>
            <a:endParaRPr lang="en-US" sz="1400" dirty="0"/>
          </a:p>
        </p:txBody>
      </p:sp>
      <p:sp>
        <p:nvSpPr>
          <p:cNvPr id="19" name="after-3"/>
          <p:cNvSpPr/>
          <p:nvPr/>
        </p:nvSpPr>
        <p:spPr>
          <a:xfrm>
            <a:off x="5068519" y="1417320"/>
            <a:ext cx="2057400" cy="2606040"/>
          </a:xfrm>
          <a:prstGeom prst="roundRect">
            <a:avLst>
              <a:gd name="adj" fmla="val 5333"/>
            </a:avLst>
          </a:prstGeom>
          <a:solidFill>
            <a:schemeClr val="bg2"/>
          </a:solidFill>
          <a:ln/>
        </p:spPr>
      </p:sp>
      <p:sp>
        <p:nvSpPr>
          <p:cNvPr id="20" name="Shape 15"/>
          <p:cNvSpPr/>
          <p:nvPr/>
        </p:nvSpPr>
        <p:spPr>
          <a:xfrm>
            <a:off x="5205679" y="1554480"/>
            <a:ext cx="365760" cy="365760"/>
          </a:xfrm>
          <a:prstGeom prst="ellipse">
            <a:avLst/>
          </a:prstGeom>
          <a:solidFill>
            <a:schemeClr val="accent1"/>
          </a:solidFill>
          <a:ln w="19050">
            <a:solidFill>
              <a:srgbClr val="FFFFFF"/>
            </a:solidFill>
            <a:prstDash val="solid"/>
          </a:ln>
        </p:spPr>
      </p:sp>
      <p:sp>
        <p:nvSpPr>
          <p:cNvPr id="21" name="Text 16"/>
          <p:cNvSpPr txBox="1"/>
          <p:nvPr/>
        </p:nvSpPr>
        <p:spPr>
          <a:xfrm>
            <a:off x="5205679" y="1554480"/>
            <a:ext cx="365760" cy="365760"/>
          </a:xfrm>
          <a:prstGeom prst="rect">
            <a:avLst/>
          </a:prstGeom>
          <a:noFill/>
          <a:ln/>
        </p:spPr>
        <p:txBody>
          <a:bodyPr wrap="square" lIns="0" tIns="0" rIns="0" bIns="0" rtlCol="0" anchor="ctr"/>
          <a:lstStyle/>
          <a:p>
            <a:pPr algn="ctr" indent="0" marL="0">
              <a:buNone/>
            </a:pPr>
            <a:r>
              <a:rPr lang="en-US" altLang="en-US" sz="1300" b="1" dirty="0">
                <a:solidFill>
                  <a:schemeClr val="bg1"/>
                </a:solidFill>
                <a:latin typeface="Arial" pitchFamily="34" charset="0"/>
                <a:ea typeface="Arial" pitchFamily="34" charset="-122"/>
                <a:cs typeface="Arial" pitchFamily="34" charset="-120"/>
              </a:rPr>
              <a:t>3</a:t>
            </a:r>
            <a:endParaRPr lang="en-US" sz="1300" dirty="0"/>
          </a:p>
        </p:txBody>
      </p:sp>
      <p:sp>
        <p:nvSpPr>
          <p:cNvPr id="22" name="Shape 17"/>
          <p:cNvSpPr/>
          <p:nvPr/>
        </p:nvSpPr>
        <p:spPr>
          <a:xfrm>
            <a:off x="6412687" y="1554480"/>
            <a:ext cx="548640" cy="548640"/>
          </a:xfrm>
          <a:prstGeom prst="ellipse">
            <a:avLst/>
          </a:prstGeom>
          <a:solidFill>
            <a:srgbClr val="FFFFFF"/>
          </a:solidFill>
          <a:ln/>
        </p:spPr>
      </p:sp>
      <p:pic>
        <p:nvPicPr>
          <p:cNvPr id="23" name="Image 3" descr="preencoded.png">    </p:cNvPr>
          <p:cNvPicPr>
            <a:picLocks noChangeAspect="1"/>
          </p:cNvPicPr>
          <p:nvPr/>
        </p:nvPicPr>
        <p:blipFill>
          <a:blip r:embed="rId4"/>
          <a:stretch>
            <a:fillRect/>
          </a:stretch>
        </p:blipFill>
        <p:spPr>
          <a:xfrm>
            <a:off x="6549847" y="1691640"/>
            <a:ext cx="274320" cy="274320"/>
          </a:xfrm>
          <a:prstGeom prst="rect">
            <a:avLst/>
          </a:prstGeom>
        </p:spPr>
      </p:pic>
      <p:sp>
        <p:nvSpPr>
          <p:cNvPr id="24" name="Text 18"/>
          <p:cNvSpPr txBox="1"/>
          <p:nvPr/>
        </p:nvSpPr>
        <p:spPr>
          <a:xfrm>
            <a:off x="5205679" y="2286000"/>
            <a:ext cx="1783080" cy="411480"/>
          </a:xfrm>
          <a:prstGeom prst="rect">
            <a:avLst/>
          </a:prstGeom>
          <a:noFill/>
          <a:ln/>
        </p:spPr>
        <p:txBody>
          <a:bodyPr wrap="square" lIns="0" tIns="0" rIns="0" bIns="0" rtlCol="0" anchor="t"/>
          <a:lstStyle/>
          <a:p>
            <a:pPr algn="l" indent="0" marL="0">
              <a:buNone/>
            </a:pPr>
            <a:r>
              <a:rPr lang="en-US" altLang="en-US" sz="1600" b="1" dirty="0">
                <a:solidFill>
                  <a:schemeClr val="tx2"/>
                </a:solidFill>
                <a:latin typeface="Arial" pitchFamily="34" charset="0"/>
                <a:ea typeface="Arial" pitchFamily="34" charset="-122"/>
                <a:cs typeface="Arial" pitchFamily="34" charset="-120"/>
              </a:rPr>
              <a:t>Consistency</a:t>
            </a:r>
            <a:endParaRPr lang="en-US" sz="1600" dirty="0"/>
          </a:p>
        </p:txBody>
      </p:sp>
      <p:sp>
        <p:nvSpPr>
          <p:cNvPr id="25" name="Text 19"/>
          <p:cNvSpPr txBox="1"/>
          <p:nvPr/>
        </p:nvSpPr>
        <p:spPr>
          <a:xfrm>
            <a:off x="5205679" y="2724912"/>
            <a:ext cx="1783080" cy="123444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Compare classes; keep a trail of amendments</a:t>
            </a:r>
            <a:endParaRPr lang="en-US" sz="1400" dirty="0"/>
          </a:p>
        </p:txBody>
      </p:sp>
      <p:sp>
        <p:nvSpPr>
          <p:cNvPr id="26" name="after-4"/>
          <p:cNvSpPr/>
          <p:nvPr/>
        </p:nvSpPr>
        <p:spPr>
          <a:xfrm>
            <a:off x="7327087" y="1417320"/>
            <a:ext cx="2057400" cy="2606040"/>
          </a:xfrm>
          <a:prstGeom prst="roundRect">
            <a:avLst>
              <a:gd name="adj" fmla="val 5333"/>
            </a:avLst>
          </a:prstGeom>
          <a:solidFill>
            <a:schemeClr val="bg2"/>
          </a:solidFill>
          <a:ln/>
        </p:spPr>
      </p:sp>
      <p:sp>
        <p:nvSpPr>
          <p:cNvPr id="27" name="Shape 21"/>
          <p:cNvSpPr/>
          <p:nvPr/>
        </p:nvSpPr>
        <p:spPr>
          <a:xfrm>
            <a:off x="7464247" y="1554480"/>
            <a:ext cx="365760" cy="365760"/>
          </a:xfrm>
          <a:prstGeom prst="ellipse">
            <a:avLst/>
          </a:prstGeom>
          <a:solidFill>
            <a:schemeClr val="accent1"/>
          </a:solidFill>
          <a:ln w="19050">
            <a:solidFill>
              <a:srgbClr val="FFFFFF"/>
            </a:solidFill>
            <a:prstDash val="solid"/>
          </a:ln>
        </p:spPr>
      </p:sp>
      <p:sp>
        <p:nvSpPr>
          <p:cNvPr id="28" name="Text 22"/>
          <p:cNvSpPr txBox="1"/>
          <p:nvPr/>
        </p:nvSpPr>
        <p:spPr>
          <a:xfrm>
            <a:off x="7464247" y="1554480"/>
            <a:ext cx="365760" cy="365760"/>
          </a:xfrm>
          <a:prstGeom prst="rect">
            <a:avLst/>
          </a:prstGeom>
          <a:noFill/>
          <a:ln/>
        </p:spPr>
        <p:txBody>
          <a:bodyPr wrap="square" lIns="0" tIns="0" rIns="0" bIns="0" rtlCol="0" anchor="ctr"/>
          <a:lstStyle/>
          <a:p>
            <a:pPr algn="ctr" indent="0" marL="0">
              <a:buNone/>
            </a:pPr>
            <a:r>
              <a:rPr lang="en-US" altLang="en-US" sz="1300" b="1" dirty="0">
                <a:solidFill>
                  <a:schemeClr val="bg1"/>
                </a:solidFill>
                <a:latin typeface="Arial" pitchFamily="34" charset="0"/>
                <a:ea typeface="Arial" pitchFamily="34" charset="-122"/>
                <a:cs typeface="Arial" pitchFamily="34" charset="-120"/>
              </a:rPr>
              <a:t>4</a:t>
            </a:r>
            <a:endParaRPr lang="en-US" sz="1300" dirty="0"/>
          </a:p>
        </p:txBody>
      </p:sp>
      <p:sp>
        <p:nvSpPr>
          <p:cNvPr id="29" name="Shape 23"/>
          <p:cNvSpPr/>
          <p:nvPr/>
        </p:nvSpPr>
        <p:spPr>
          <a:xfrm>
            <a:off x="8671255" y="1554480"/>
            <a:ext cx="548640" cy="548640"/>
          </a:xfrm>
          <a:prstGeom prst="ellipse">
            <a:avLst/>
          </a:prstGeom>
          <a:solidFill>
            <a:srgbClr val="FFFFFF"/>
          </a:solidFill>
          <a:ln/>
        </p:spPr>
      </p:sp>
      <p:pic>
        <p:nvPicPr>
          <p:cNvPr id="30" name="Image 4" descr="preencoded.png">    </p:cNvPr>
          <p:cNvPicPr>
            <a:picLocks noChangeAspect="1"/>
          </p:cNvPicPr>
          <p:nvPr/>
        </p:nvPicPr>
        <p:blipFill>
          <a:blip r:embed="rId5"/>
          <a:stretch>
            <a:fillRect/>
          </a:stretch>
        </p:blipFill>
        <p:spPr>
          <a:xfrm>
            <a:off x="8808415" y="1691640"/>
            <a:ext cx="274320" cy="274320"/>
          </a:xfrm>
          <a:prstGeom prst="rect">
            <a:avLst/>
          </a:prstGeom>
        </p:spPr>
      </p:pic>
      <p:sp>
        <p:nvSpPr>
          <p:cNvPr id="31" name="Text 24"/>
          <p:cNvSpPr txBox="1"/>
          <p:nvPr/>
        </p:nvSpPr>
        <p:spPr>
          <a:xfrm>
            <a:off x="7464247" y="2286000"/>
            <a:ext cx="1783080" cy="411480"/>
          </a:xfrm>
          <a:prstGeom prst="rect">
            <a:avLst/>
          </a:prstGeom>
          <a:noFill/>
          <a:ln/>
        </p:spPr>
        <p:txBody>
          <a:bodyPr wrap="square" lIns="0" tIns="0" rIns="0" bIns="0" rtlCol="0" anchor="t"/>
          <a:lstStyle/>
          <a:p>
            <a:pPr algn="l" indent="0" marL="0">
              <a:buNone/>
            </a:pPr>
            <a:r>
              <a:rPr lang="en-US" altLang="en-US" sz="1600" b="1" dirty="0">
                <a:solidFill>
                  <a:schemeClr val="tx2"/>
                </a:solidFill>
                <a:latin typeface="Arial" pitchFamily="34" charset="0"/>
                <a:ea typeface="Arial" pitchFamily="34" charset="-122"/>
                <a:cs typeface="Arial" pitchFamily="34" charset="-120"/>
              </a:rPr>
              <a:t>Export &amp; save</a:t>
            </a:r>
            <a:endParaRPr lang="en-US" sz="1600" dirty="0"/>
          </a:p>
        </p:txBody>
      </p:sp>
      <p:sp>
        <p:nvSpPr>
          <p:cNvPr id="32" name="Text 25"/>
          <p:cNvSpPr txBox="1"/>
          <p:nvPr/>
        </p:nvSpPr>
        <p:spPr>
          <a:xfrm>
            <a:off x="7464247" y="2724912"/>
            <a:ext cx="1783080" cy="123444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Open results in Excel; save to the secure folder</a:t>
            </a:r>
            <a:endParaRPr lang="en-US" sz="1400" dirty="0"/>
          </a:p>
        </p:txBody>
      </p:sp>
      <p:sp>
        <p:nvSpPr>
          <p:cNvPr id="33" name="after-5"/>
          <p:cNvSpPr/>
          <p:nvPr/>
        </p:nvSpPr>
        <p:spPr>
          <a:xfrm>
            <a:off x="9585655" y="1417320"/>
            <a:ext cx="2057400" cy="2606040"/>
          </a:xfrm>
          <a:prstGeom prst="roundRect">
            <a:avLst>
              <a:gd name="adj" fmla="val 5333"/>
            </a:avLst>
          </a:prstGeom>
          <a:solidFill>
            <a:schemeClr val="bg2"/>
          </a:solidFill>
          <a:ln/>
        </p:spPr>
      </p:sp>
      <p:sp>
        <p:nvSpPr>
          <p:cNvPr id="34" name="Shape 27"/>
          <p:cNvSpPr/>
          <p:nvPr/>
        </p:nvSpPr>
        <p:spPr>
          <a:xfrm>
            <a:off x="9722815" y="1554480"/>
            <a:ext cx="365760" cy="365760"/>
          </a:xfrm>
          <a:prstGeom prst="ellipse">
            <a:avLst/>
          </a:prstGeom>
          <a:solidFill>
            <a:schemeClr val="accent1"/>
          </a:solidFill>
          <a:ln w="19050">
            <a:solidFill>
              <a:srgbClr val="FFFFFF"/>
            </a:solidFill>
            <a:prstDash val="solid"/>
          </a:ln>
        </p:spPr>
      </p:sp>
      <p:sp>
        <p:nvSpPr>
          <p:cNvPr id="35" name="Text 28"/>
          <p:cNvSpPr txBox="1"/>
          <p:nvPr/>
        </p:nvSpPr>
        <p:spPr>
          <a:xfrm>
            <a:off x="9722815" y="1554480"/>
            <a:ext cx="365760" cy="365760"/>
          </a:xfrm>
          <a:prstGeom prst="rect">
            <a:avLst/>
          </a:prstGeom>
          <a:noFill/>
          <a:ln/>
        </p:spPr>
        <p:txBody>
          <a:bodyPr wrap="square" lIns="0" tIns="0" rIns="0" bIns="0" rtlCol="0" anchor="ctr"/>
          <a:lstStyle/>
          <a:p>
            <a:pPr algn="ctr" indent="0" marL="0">
              <a:buNone/>
            </a:pPr>
            <a:r>
              <a:rPr lang="en-US" altLang="en-US" sz="1300" b="1" dirty="0">
                <a:solidFill>
                  <a:schemeClr val="bg1"/>
                </a:solidFill>
                <a:latin typeface="Arial" pitchFamily="34" charset="0"/>
                <a:ea typeface="Arial" pitchFamily="34" charset="-122"/>
                <a:cs typeface="Arial" pitchFamily="34" charset="-120"/>
              </a:rPr>
              <a:t>5</a:t>
            </a:r>
            <a:endParaRPr lang="en-US" sz="1300" dirty="0"/>
          </a:p>
        </p:txBody>
      </p:sp>
      <p:sp>
        <p:nvSpPr>
          <p:cNvPr id="36" name="Shape 29"/>
          <p:cNvSpPr/>
          <p:nvPr/>
        </p:nvSpPr>
        <p:spPr>
          <a:xfrm>
            <a:off x="10929823" y="1554480"/>
            <a:ext cx="548640" cy="548640"/>
          </a:xfrm>
          <a:prstGeom prst="ellipse">
            <a:avLst/>
          </a:prstGeom>
          <a:solidFill>
            <a:srgbClr val="FFFFFF"/>
          </a:solidFill>
          <a:ln/>
        </p:spPr>
      </p:sp>
      <p:pic>
        <p:nvPicPr>
          <p:cNvPr id="37" name="Image 5" descr="preencoded.png">    </p:cNvPr>
          <p:cNvPicPr>
            <a:picLocks noChangeAspect="1"/>
          </p:cNvPicPr>
          <p:nvPr/>
        </p:nvPicPr>
        <p:blipFill>
          <a:blip r:embed="rId6"/>
          <a:stretch>
            <a:fillRect/>
          </a:stretch>
        </p:blipFill>
        <p:spPr>
          <a:xfrm>
            <a:off x="11066983" y="1691640"/>
            <a:ext cx="274320" cy="274320"/>
          </a:xfrm>
          <a:prstGeom prst="rect">
            <a:avLst/>
          </a:prstGeom>
        </p:spPr>
      </p:pic>
      <p:sp>
        <p:nvSpPr>
          <p:cNvPr id="38" name="Text 30"/>
          <p:cNvSpPr txBox="1"/>
          <p:nvPr/>
        </p:nvSpPr>
        <p:spPr>
          <a:xfrm>
            <a:off x="9722815" y="2286000"/>
            <a:ext cx="1783080" cy="411480"/>
          </a:xfrm>
          <a:prstGeom prst="rect">
            <a:avLst/>
          </a:prstGeom>
          <a:noFill/>
          <a:ln/>
        </p:spPr>
        <p:txBody>
          <a:bodyPr wrap="square" lIns="0" tIns="0" rIns="0" bIns="0" rtlCol="0" anchor="t"/>
          <a:lstStyle/>
          <a:p>
            <a:pPr algn="l" indent="0" marL="0">
              <a:buNone/>
            </a:pPr>
            <a:r>
              <a:rPr lang="en-US" altLang="en-US" sz="1600" b="1" dirty="0">
                <a:solidFill>
                  <a:schemeClr val="tx2"/>
                </a:solidFill>
                <a:latin typeface="Arial" pitchFamily="34" charset="0"/>
                <a:ea typeface="Arial" pitchFamily="34" charset="-122"/>
                <a:cs typeface="Arial" pitchFamily="34" charset="-120"/>
              </a:rPr>
              <a:t>Submit to HoD</a:t>
            </a:r>
            <a:endParaRPr lang="en-US" sz="1600" dirty="0"/>
          </a:p>
        </p:txBody>
      </p:sp>
      <p:sp>
        <p:nvSpPr>
          <p:cNvPr id="39" name="Text 31"/>
          <p:cNvSpPr txBox="1"/>
          <p:nvPr/>
        </p:nvSpPr>
        <p:spPr>
          <a:xfrm>
            <a:off x="9722815" y="2724912"/>
            <a:ext cx="1783080" cy="123444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Verified marks + absences and incidents report</a:t>
            </a:r>
            <a:endParaRPr lang="en-US" sz="1400" dirty="0"/>
          </a:p>
        </p:txBody>
      </p:sp>
      <p:sp>
        <p:nvSpPr>
          <p:cNvPr id="40" name="mock-window"/>
          <p:cNvSpPr/>
          <p:nvPr/>
        </p:nvSpPr>
        <p:spPr>
          <a:xfrm>
            <a:off x="5608015" y="4297680"/>
            <a:ext cx="6035040" cy="1737360"/>
          </a:xfrm>
          <a:prstGeom prst="roundRect">
            <a:avLst>
              <a:gd name="adj" fmla="val 5263"/>
            </a:avLst>
          </a:prstGeom>
          <a:solidFill>
            <a:srgbClr val="FFFFFF"/>
          </a:solidFill>
          <a:ln w="12700">
            <a:solidFill>
              <a:srgbClr val="D6DCE0"/>
            </a:solidFill>
            <a:prstDash val="solid"/>
          </a:ln>
          <a:effectLst>
            <a:outerShdw sx="100000" sy="100000" kx="0" ky="0" algn="bl" rotWithShape="0" blurRad="76200" dist="25400" dir="5400000">
              <a:srgbClr val="000000">
                <a:alpha val="14000"/>
              </a:srgbClr>
            </a:outerShdw>
          </a:effectLst>
        </p:spPr>
      </p:sp>
      <p:sp>
        <p:nvSpPr>
          <p:cNvPr id="41" name="Shape 33"/>
          <p:cNvSpPr/>
          <p:nvPr/>
        </p:nvSpPr>
        <p:spPr>
          <a:xfrm>
            <a:off x="5626303" y="4315968"/>
            <a:ext cx="5998464" cy="365760"/>
          </a:xfrm>
          <a:prstGeom prst="rect">
            <a:avLst/>
          </a:prstGeom>
          <a:solidFill>
            <a:srgbClr val="F3F2F1"/>
          </a:solidFill>
          <a:ln/>
        </p:spPr>
      </p:sp>
      <p:sp>
        <p:nvSpPr>
          <p:cNvPr id="42" name="Text 34"/>
          <p:cNvSpPr txBox="1"/>
          <p:nvPr/>
        </p:nvSpPr>
        <p:spPr>
          <a:xfrm>
            <a:off x="5745175" y="4315968"/>
            <a:ext cx="5760720" cy="365760"/>
          </a:xfrm>
          <a:prstGeom prst="rect">
            <a:avLst/>
          </a:prstGeom>
          <a:noFill/>
          <a:ln/>
        </p:spPr>
        <p:txBody>
          <a:bodyPr wrap="square" lIns="0" tIns="0" rIns="0" bIns="0" rtlCol="0" anchor="ctr"/>
          <a:lstStyle/>
          <a:p>
            <a:pPr algn="l" indent="0" marL="0">
              <a:buNone/>
            </a:pPr>
            <a:r>
              <a:rPr lang="en-US" altLang="en-US" sz="1200" b="1" dirty="0">
                <a:solidFill>
                  <a:srgbClr val="323130"/>
                </a:solidFill>
                <a:latin typeface="Arial" pitchFamily="34" charset="0"/>
                <a:ea typeface="Arial" pitchFamily="34" charset="-122"/>
                <a:cs typeface="Arial" pitchFamily="34" charset="-120"/>
              </a:rPr>
              <a:t>Microsoft Forms — Responses</a:t>
            </a:r>
            <a:endParaRPr lang="en-US" sz="1200" dirty="0"/>
          </a:p>
        </p:txBody>
      </p:sp>
      <p:sp>
        <p:nvSpPr>
          <p:cNvPr id="43" name="Text 35"/>
          <p:cNvSpPr txBox="1"/>
          <p:nvPr/>
        </p:nvSpPr>
        <p:spPr>
          <a:xfrm>
            <a:off x="5882335" y="4754880"/>
            <a:ext cx="1097280" cy="329184"/>
          </a:xfrm>
          <a:prstGeom prst="rect">
            <a:avLst/>
          </a:prstGeom>
          <a:noFill/>
          <a:ln/>
        </p:spPr>
        <p:txBody>
          <a:bodyPr wrap="square" lIns="0" tIns="0" rIns="0" bIns="0" rtlCol="0" anchor="ctr"/>
          <a:lstStyle/>
          <a:p>
            <a:pPr algn="l" indent="0" marL="0">
              <a:buNone/>
            </a:pPr>
            <a:r>
              <a:rPr lang="en-US" altLang="en-US" sz="1200" dirty="0">
                <a:solidFill>
                  <a:srgbClr val="605E5C"/>
                </a:solidFill>
                <a:latin typeface="Arial" pitchFamily="34" charset="0"/>
                <a:ea typeface="Arial" pitchFamily="34" charset="-122"/>
                <a:cs typeface="Arial" pitchFamily="34" charset="-120"/>
              </a:rPr>
              <a:t>Questions</a:t>
            </a:r>
            <a:endParaRPr lang="en-US" sz="1200" dirty="0"/>
          </a:p>
        </p:txBody>
      </p:sp>
      <p:sp>
        <p:nvSpPr>
          <p:cNvPr id="44" name="Text 36"/>
          <p:cNvSpPr txBox="1"/>
          <p:nvPr/>
        </p:nvSpPr>
        <p:spPr>
          <a:xfrm>
            <a:off x="6979615" y="4754880"/>
            <a:ext cx="1097280" cy="329184"/>
          </a:xfrm>
          <a:prstGeom prst="rect">
            <a:avLst/>
          </a:prstGeom>
          <a:noFill/>
          <a:ln/>
        </p:spPr>
        <p:txBody>
          <a:bodyPr wrap="square" lIns="0" tIns="0" rIns="0" bIns="0" rtlCol="0" anchor="ctr"/>
          <a:lstStyle/>
          <a:p>
            <a:pPr algn="l" indent="0" marL="0">
              <a:buNone/>
            </a:pPr>
            <a:r>
              <a:rPr lang="en-US" altLang="en-US" sz="1200" b="1" dirty="0">
                <a:solidFill>
                  <a:srgbClr val="0B4F52"/>
                </a:solidFill>
                <a:latin typeface="Arial" pitchFamily="34" charset="0"/>
                <a:ea typeface="Arial" pitchFamily="34" charset="-122"/>
                <a:cs typeface="Arial" pitchFamily="34" charset="-120"/>
              </a:rPr>
              <a:t>Responses</a:t>
            </a:r>
            <a:endParaRPr lang="en-US" sz="1200" dirty="0"/>
          </a:p>
        </p:txBody>
      </p:sp>
      <p:sp>
        <p:nvSpPr>
          <p:cNvPr id="45" name="Shape 37"/>
          <p:cNvSpPr/>
          <p:nvPr/>
        </p:nvSpPr>
        <p:spPr>
          <a:xfrm>
            <a:off x="6979615" y="5084064"/>
            <a:ext cx="868680" cy="0"/>
          </a:xfrm>
          <a:prstGeom prst="line">
            <a:avLst/>
          </a:prstGeom>
          <a:noFill/>
          <a:ln w="31750">
            <a:solidFill>
              <a:srgbClr val="03787C"/>
            </a:solidFill>
            <a:prstDash val="solid"/>
          </a:ln>
        </p:spPr>
      </p:sp>
      <p:sp>
        <p:nvSpPr>
          <p:cNvPr id="46" name="Text 38"/>
          <p:cNvSpPr txBox="1"/>
          <p:nvPr/>
        </p:nvSpPr>
        <p:spPr>
          <a:xfrm>
            <a:off x="5882335" y="5349240"/>
            <a:ext cx="2011680" cy="365760"/>
          </a:xfrm>
          <a:prstGeom prst="rect">
            <a:avLst/>
          </a:prstGeom>
          <a:noFill/>
          <a:ln/>
        </p:spPr>
        <p:txBody>
          <a:bodyPr wrap="square" lIns="0" tIns="0" rIns="0" bIns="0" rtlCol="0" anchor="ctr"/>
          <a:lstStyle/>
          <a:p>
            <a:pPr algn="l" indent="0" marL="0">
              <a:buNone/>
            </a:pPr>
            <a:r>
              <a:rPr lang="en-US" altLang="en-US" sz="1200" dirty="0">
                <a:solidFill>
                  <a:srgbClr val="323130"/>
                </a:solidFill>
                <a:latin typeface="Arial" pitchFamily="34" charset="0"/>
                <a:ea typeface="Arial" pitchFamily="34" charset="-122"/>
                <a:cs typeface="Arial" pitchFamily="34" charset="-120"/>
              </a:rPr>
              <a:t>Review answers</a:t>
            </a:r>
            <a:endParaRPr lang="en-US" sz="1200" dirty="0"/>
          </a:p>
        </p:txBody>
      </p:sp>
      <p:sp>
        <p:nvSpPr>
          <p:cNvPr id="47" name="Shape 39"/>
          <p:cNvSpPr/>
          <p:nvPr/>
        </p:nvSpPr>
        <p:spPr>
          <a:xfrm>
            <a:off x="8168335" y="5349240"/>
            <a:ext cx="2103120" cy="384048"/>
          </a:xfrm>
          <a:prstGeom prst="roundRect">
            <a:avLst>
              <a:gd name="adj" fmla="val 11905"/>
            </a:avLst>
          </a:prstGeom>
          <a:solidFill>
            <a:srgbClr val="1D6F42"/>
          </a:solidFill>
          <a:ln/>
        </p:spPr>
      </p:sp>
      <p:pic>
        <p:nvPicPr>
          <p:cNvPr id="48" name="Image 6" descr="preencoded.png">    </p:cNvPr>
          <p:cNvPicPr>
            <a:picLocks noChangeAspect="1"/>
          </p:cNvPicPr>
          <p:nvPr/>
        </p:nvPicPr>
        <p:blipFill>
          <a:blip r:embed="rId7"/>
          <a:stretch>
            <a:fillRect/>
          </a:stretch>
        </p:blipFill>
        <p:spPr>
          <a:xfrm>
            <a:off x="8259775" y="5422392"/>
            <a:ext cx="237744" cy="237744"/>
          </a:xfrm>
          <a:prstGeom prst="rect">
            <a:avLst/>
          </a:prstGeom>
        </p:spPr>
      </p:pic>
      <p:sp>
        <p:nvSpPr>
          <p:cNvPr id="49" name="Text 40"/>
          <p:cNvSpPr txBox="1"/>
          <p:nvPr/>
        </p:nvSpPr>
        <p:spPr>
          <a:xfrm>
            <a:off x="8552383" y="5349240"/>
            <a:ext cx="1691640" cy="384048"/>
          </a:xfrm>
          <a:prstGeom prst="rect">
            <a:avLst/>
          </a:prstGeom>
          <a:noFill/>
          <a:ln/>
        </p:spPr>
        <p:txBody>
          <a:bodyPr wrap="square" lIns="0" tIns="0" rIns="0" bIns="0" rtlCol="0" anchor="ctr"/>
          <a:lstStyle/>
          <a:p>
            <a:pPr algn="l" indent="0" marL="0">
              <a:buNone/>
            </a:pPr>
            <a:r>
              <a:rPr lang="en-US" altLang="en-US" sz="1100" b="1" dirty="0">
                <a:solidFill>
                  <a:srgbClr val="FFFFFF"/>
                </a:solidFill>
                <a:latin typeface="Arial" pitchFamily="34" charset="0"/>
                <a:ea typeface="Arial" pitchFamily="34" charset="-122"/>
                <a:cs typeface="Arial" pitchFamily="34" charset="-120"/>
              </a:rPr>
              <a:t>Open results in Excel</a:t>
            </a:r>
            <a:endParaRPr lang="en-US" sz="1100" dirty="0"/>
          </a:p>
        </p:txBody>
      </p:sp>
      <p:sp>
        <p:nvSpPr>
          <p:cNvPr id="50" name="highlight"/>
          <p:cNvSpPr/>
          <p:nvPr/>
        </p:nvSpPr>
        <p:spPr>
          <a:xfrm>
            <a:off x="8122615" y="5303520"/>
            <a:ext cx="2194560" cy="475488"/>
          </a:xfrm>
          <a:prstGeom prst="roundRect">
            <a:avLst>
              <a:gd name="adj" fmla="val 11538"/>
            </a:avLst>
          </a:prstGeom>
          <a:ln w="31750">
            <a:solidFill>
              <a:srgbClr val="F2A900"/>
            </a:solidFill>
            <a:prstDash val="solid"/>
          </a:ln>
        </p:spPr>
      </p:sp>
      <p:sp>
        <p:nvSpPr>
          <p:cNvPr id="51" name="accountability"/>
          <p:cNvSpPr/>
          <p:nvPr/>
        </p:nvSpPr>
        <p:spPr>
          <a:xfrm>
            <a:off x="551383" y="4297680"/>
            <a:ext cx="4782312" cy="1737360"/>
          </a:xfrm>
          <a:prstGeom prst="roundRect">
            <a:avLst>
              <a:gd name="adj" fmla="val 6316"/>
            </a:avLst>
          </a:prstGeom>
          <a:solidFill>
            <a:srgbClr val="FFF4D6"/>
          </a:solidFill>
          <a:ln/>
        </p:spPr>
      </p:sp>
      <p:pic>
        <p:nvPicPr>
          <p:cNvPr id="52" name="Image 7" descr="preencoded.png">    </p:cNvPr>
          <p:cNvPicPr>
            <a:picLocks noChangeAspect="1"/>
          </p:cNvPicPr>
          <p:nvPr/>
        </p:nvPicPr>
        <p:blipFill>
          <a:blip r:embed="rId8"/>
          <a:stretch>
            <a:fillRect/>
          </a:stretch>
        </p:blipFill>
        <p:spPr>
          <a:xfrm>
            <a:off x="715975" y="4480560"/>
            <a:ext cx="365760" cy="365760"/>
          </a:xfrm>
          <a:prstGeom prst="rect">
            <a:avLst/>
          </a:prstGeom>
        </p:spPr>
      </p:pic>
      <p:sp>
        <p:nvSpPr>
          <p:cNvPr id="53" name="Text 43"/>
          <p:cNvSpPr txBox="1"/>
          <p:nvPr/>
        </p:nvSpPr>
        <p:spPr>
          <a:xfrm>
            <a:off x="1218895" y="4434840"/>
            <a:ext cx="3931920" cy="411480"/>
          </a:xfrm>
          <a:prstGeom prst="rect">
            <a:avLst/>
          </a:prstGeom>
          <a:noFill/>
          <a:ln/>
        </p:spPr>
        <p:txBody>
          <a:bodyPr wrap="square" lIns="0" tIns="0" rIns="0" bIns="0" rtlCol="0" anchor="t"/>
          <a:lstStyle/>
          <a:p>
            <a:pPr algn="l" indent="0" marL="0">
              <a:buNone/>
            </a:pPr>
            <a:r>
              <a:rPr lang="en-US" altLang="en-US" sz="1800" b="1" dirty="0">
                <a:solidFill>
                  <a:schemeClr val="tx1"/>
                </a:solidFill>
                <a:latin typeface="Arial" pitchFamily="34" charset="0"/>
                <a:ea typeface="Arial" pitchFamily="34" charset="-122"/>
                <a:cs typeface="Arial" pitchFamily="34" charset="-120"/>
              </a:rPr>
              <a:t>Teacher accountability</a:t>
            </a:r>
            <a:endParaRPr lang="en-US" sz="1800" dirty="0"/>
          </a:p>
        </p:txBody>
      </p:sp>
      <p:sp>
        <p:nvSpPr>
          <p:cNvPr id="54" name="Text 44"/>
          <p:cNvSpPr txBox="1"/>
          <p:nvPr/>
        </p:nvSpPr>
        <p:spPr>
          <a:xfrm>
            <a:off x="715975" y="4937760"/>
            <a:ext cx="4434840" cy="960120"/>
          </a:xfrm>
          <a:prstGeom prst="rect">
            <a:avLst/>
          </a:prstGeom>
          <a:noFill/>
          <a:ln/>
        </p:spPr>
        <p:txBody>
          <a:bodyPr wrap="square" lIns="0" tIns="0" rIns="0" bIns="0" rtlCol="0" anchor="t"/>
          <a:lstStyle/>
          <a:p>
            <a:pPr algn="l" indent="0" marL="0">
              <a:buNone/>
            </a:pPr>
            <a:r>
              <a:rPr lang="en-US" altLang="en-US" sz="1400" dirty="0">
                <a:solidFill>
                  <a:schemeClr val="tx1"/>
                </a:solidFill>
                <a:latin typeface="Arial" pitchFamily="34" charset="0"/>
                <a:ea typeface="Arial" pitchFamily="34" charset="-122"/>
                <a:cs typeface="Arial" pitchFamily="34" charset="-120"/>
              </a:rPr>
              <a:t>The teacher remains responsible for the correctness of marks, even when Microsoft Forms scores a question automatically.</a:t>
            </a:r>
            <a:endParaRPr lang="en-US" sz="1400" dirty="0"/>
          </a:p>
        </p:txBody>
      </p:sp>
      <p:sp>
        <p:nvSpPr>
          <p:cNvPr id="55" name="Slide Number Placeholder 0"/>
          <p:cNvSpPr>
            <a:spLocks noGrp="1"/>
          </p:cNvSpPr>
          <p:nvPr>
            <p:ph type="sldNum" sz="quarter" idx="4294967295"/>
          </p:nvPr>
        </p:nvSpPr>
        <p:spPr>
          <a:xfrm>
            <a:off x="11201400" y="6419088"/>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6B7A8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1307592" y="347472"/>
            <a:ext cx="10332720" cy="777240"/>
          </a:xfrm>
          <a:prstGeom prst="rect">
            <a:avLst/>
          </a:prstGeom>
          <a:noFill/>
          <a:ln/>
        </p:spPr>
        <p:txBody>
          <a:bodyPr wrap="square" lIns="0" tIns="0" rIns="0" bIns="0" rtlCol="0" anchor="ctr"/>
          <a:lstStyle/>
          <a:p>
            <a:pPr algn="l" indent="0" marL="0">
              <a:buNone/>
            </a:pPr>
            <a:r>
              <a:rPr lang="en-US" altLang="en-US" sz="3000" b="1" dirty="0">
                <a:solidFill>
                  <a:schemeClr val="tx2"/>
                </a:solidFill>
              </a:rPr>
              <a:t>Readiness checklist before approval</a:t>
            </a:r>
            <a:endParaRPr lang="en-US" sz="3000" dirty="0"/>
          </a:p>
        </p:txBody>
      </p:sp>
      <p:sp>
        <p:nvSpPr>
          <p:cNvPr id="3" name="title-badge"/>
          <p:cNvSpPr/>
          <p:nvPr/>
        </p:nvSpPr>
        <p:spPr>
          <a:xfrm>
            <a:off x="505663" y="411480"/>
            <a:ext cx="640080" cy="640080"/>
          </a:xfrm>
          <a:prstGeom prst="ellipse">
            <a:avLst/>
          </a:prstGeom>
          <a:solidFill>
            <a:schemeClr val="accent1"/>
          </a:solidFill>
          <a:ln/>
        </p:spPr>
      </p:sp>
      <p:pic>
        <p:nvPicPr>
          <p:cNvPr id="4" name="Image 0" descr="preencoded.png">    </p:cNvPr>
          <p:cNvPicPr>
            <a:picLocks noChangeAspect="1"/>
          </p:cNvPicPr>
          <p:nvPr/>
        </p:nvPicPr>
        <p:blipFill>
          <a:blip r:embed="rId1"/>
          <a:stretch>
            <a:fillRect/>
          </a:stretch>
        </p:blipFill>
        <p:spPr>
          <a:xfrm>
            <a:off x="670255" y="576072"/>
            <a:ext cx="310896" cy="310896"/>
          </a:xfrm>
          <a:prstGeom prst="rect">
            <a:avLst/>
          </a:prstGeom>
        </p:spPr>
      </p:pic>
      <p:sp>
        <p:nvSpPr>
          <p:cNvPr id="5" name="check-1"/>
          <p:cNvSpPr/>
          <p:nvPr/>
        </p:nvSpPr>
        <p:spPr>
          <a:xfrm>
            <a:off x="551383" y="1417320"/>
            <a:ext cx="5394960" cy="548640"/>
          </a:xfrm>
          <a:prstGeom prst="roundRect">
            <a:avLst>
              <a:gd name="adj" fmla="val 20000"/>
            </a:avLst>
          </a:prstGeom>
          <a:solidFill>
            <a:schemeClr val="bg2"/>
          </a:solidFill>
          <a:ln/>
        </p:spPr>
      </p:sp>
      <p:pic>
        <p:nvPicPr>
          <p:cNvPr id="6" name="Image 1" descr="preencoded.png">    </p:cNvPr>
          <p:cNvPicPr>
            <a:picLocks noChangeAspect="1"/>
          </p:cNvPicPr>
          <p:nvPr/>
        </p:nvPicPr>
        <p:blipFill>
          <a:blip r:embed="rId2"/>
          <a:stretch>
            <a:fillRect/>
          </a:stretch>
        </p:blipFill>
        <p:spPr>
          <a:xfrm>
            <a:off x="688543" y="1554480"/>
            <a:ext cx="274320" cy="274320"/>
          </a:xfrm>
          <a:prstGeom prst="rect">
            <a:avLst/>
          </a:prstGeom>
        </p:spPr>
      </p:pic>
      <p:sp>
        <p:nvSpPr>
          <p:cNvPr id="7" name="Text 3"/>
          <p:cNvSpPr txBox="1"/>
          <p:nvPr/>
        </p:nvSpPr>
        <p:spPr>
          <a:xfrm>
            <a:off x="1054303" y="1417320"/>
            <a:ext cx="4754880" cy="548640"/>
          </a:xfrm>
          <a:prstGeom prst="rect">
            <a:avLst/>
          </a:prstGeom>
          <a:noFill/>
          <a:ln/>
        </p:spPr>
        <p:txBody>
          <a:bodyPr wrap="square" lIns="0" tIns="0" rIns="0" bIns="0" rtlCol="0" anchor="ctr"/>
          <a:lstStyle/>
          <a:p>
            <a:pPr algn="l" indent="0" marL="0">
              <a:buNone/>
            </a:pPr>
            <a:r>
              <a:rPr lang="en-US" altLang="en-US" sz="1400" dirty="0">
                <a:solidFill>
                  <a:schemeClr val="tx1"/>
                </a:solidFill>
                <a:latin typeface="Arial" pitchFamily="34" charset="0"/>
                <a:ea typeface="Arial" pitchFamily="34" charset="-122"/>
                <a:cs typeface="Arial" pitchFamily="34" charset="-120"/>
              </a:rPr>
              <a:t>Coverage aligns with the Scheme of Work and taught content</a:t>
            </a:r>
            <a:endParaRPr lang="en-US" sz="1400" dirty="0"/>
          </a:p>
        </p:txBody>
      </p:sp>
      <p:sp>
        <p:nvSpPr>
          <p:cNvPr id="8" name="check-2"/>
          <p:cNvSpPr/>
          <p:nvPr/>
        </p:nvSpPr>
        <p:spPr>
          <a:xfrm>
            <a:off x="551383" y="2075688"/>
            <a:ext cx="5394960" cy="548640"/>
          </a:xfrm>
          <a:prstGeom prst="roundRect">
            <a:avLst>
              <a:gd name="adj" fmla="val 20000"/>
            </a:avLst>
          </a:prstGeom>
          <a:solidFill>
            <a:srgbClr val="FFFFFF"/>
          </a:solidFill>
          <a:ln/>
        </p:spPr>
      </p:sp>
      <p:pic>
        <p:nvPicPr>
          <p:cNvPr id="9" name="Image 2" descr="preencoded.png">    </p:cNvPr>
          <p:cNvPicPr>
            <a:picLocks noChangeAspect="1"/>
          </p:cNvPicPr>
          <p:nvPr/>
        </p:nvPicPr>
        <p:blipFill>
          <a:blip r:embed="rId3"/>
          <a:stretch>
            <a:fillRect/>
          </a:stretch>
        </p:blipFill>
        <p:spPr>
          <a:xfrm>
            <a:off x="688543" y="2212848"/>
            <a:ext cx="274320" cy="274320"/>
          </a:xfrm>
          <a:prstGeom prst="rect">
            <a:avLst/>
          </a:prstGeom>
        </p:spPr>
      </p:pic>
      <p:sp>
        <p:nvSpPr>
          <p:cNvPr id="10" name="Text 5"/>
          <p:cNvSpPr txBox="1"/>
          <p:nvPr/>
        </p:nvSpPr>
        <p:spPr>
          <a:xfrm>
            <a:off x="1054303" y="2075688"/>
            <a:ext cx="4754880" cy="548640"/>
          </a:xfrm>
          <a:prstGeom prst="rect">
            <a:avLst/>
          </a:prstGeom>
          <a:noFill/>
          <a:ln/>
        </p:spPr>
        <p:txBody>
          <a:bodyPr wrap="square" lIns="0" tIns="0" rIns="0" bIns="0" rtlCol="0" anchor="ctr"/>
          <a:lstStyle/>
          <a:p>
            <a:pPr algn="l" indent="0" marL="0">
              <a:buNone/>
            </a:pPr>
            <a:r>
              <a:rPr lang="en-US" altLang="en-US" sz="1400" dirty="0">
                <a:solidFill>
                  <a:schemeClr val="tx1"/>
                </a:solidFill>
                <a:latin typeface="Arial" pitchFamily="34" charset="0"/>
                <a:ea typeface="Arial" pitchFamily="34" charset="-122"/>
                <a:cs typeface="Arial" pitchFamily="34" charset="-120"/>
              </a:rPr>
              <a:t>Questions are accurate, clear and suitably challenging</a:t>
            </a:r>
            <a:endParaRPr lang="en-US" sz="1400" dirty="0"/>
          </a:p>
        </p:txBody>
      </p:sp>
      <p:sp>
        <p:nvSpPr>
          <p:cNvPr id="11" name="check-3"/>
          <p:cNvSpPr/>
          <p:nvPr/>
        </p:nvSpPr>
        <p:spPr>
          <a:xfrm>
            <a:off x="551383" y="2734056"/>
            <a:ext cx="5394960" cy="548640"/>
          </a:xfrm>
          <a:prstGeom prst="roundRect">
            <a:avLst>
              <a:gd name="adj" fmla="val 20000"/>
            </a:avLst>
          </a:prstGeom>
          <a:solidFill>
            <a:schemeClr val="bg2"/>
          </a:solidFill>
          <a:ln/>
        </p:spPr>
      </p:sp>
      <p:pic>
        <p:nvPicPr>
          <p:cNvPr id="12" name="Image 3" descr="preencoded.png">    </p:cNvPr>
          <p:cNvPicPr>
            <a:picLocks noChangeAspect="1"/>
          </p:cNvPicPr>
          <p:nvPr/>
        </p:nvPicPr>
        <p:blipFill>
          <a:blip r:embed="rId4"/>
          <a:stretch>
            <a:fillRect/>
          </a:stretch>
        </p:blipFill>
        <p:spPr>
          <a:xfrm>
            <a:off x="688543" y="2871216"/>
            <a:ext cx="274320" cy="274320"/>
          </a:xfrm>
          <a:prstGeom prst="rect">
            <a:avLst/>
          </a:prstGeom>
        </p:spPr>
      </p:pic>
      <p:sp>
        <p:nvSpPr>
          <p:cNvPr id="13" name="Text 7"/>
          <p:cNvSpPr txBox="1"/>
          <p:nvPr/>
        </p:nvSpPr>
        <p:spPr>
          <a:xfrm>
            <a:off x="1054303" y="2734056"/>
            <a:ext cx="4754880" cy="548640"/>
          </a:xfrm>
          <a:prstGeom prst="rect">
            <a:avLst/>
          </a:prstGeom>
          <a:noFill/>
          <a:ln/>
        </p:spPr>
        <p:txBody>
          <a:bodyPr wrap="square" lIns="0" tIns="0" rIns="0" bIns="0" rtlCol="0" anchor="ctr"/>
          <a:lstStyle/>
          <a:p>
            <a:pPr algn="l" indent="0" marL="0">
              <a:buNone/>
            </a:pPr>
            <a:r>
              <a:rPr lang="en-US" altLang="en-US" sz="1400" dirty="0">
                <a:solidFill>
                  <a:schemeClr val="tx1"/>
                </a:solidFill>
                <a:latin typeface="Arial" pitchFamily="34" charset="0"/>
                <a:ea typeface="Arial" pitchFamily="34" charset="-122"/>
                <a:cs typeface="Arial" pitchFamily="34" charset="-120"/>
              </a:rPr>
              <a:t>Marks, timing, answer keys and rubrics are correct</a:t>
            </a:r>
            <a:endParaRPr lang="en-US" sz="1400" dirty="0"/>
          </a:p>
        </p:txBody>
      </p:sp>
      <p:sp>
        <p:nvSpPr>
          <p:cNvPr id="14" name="check-4"/>
          <p:cNvSpPr/>
          <p:nvPr/>
        </p:nvSpPr>
        <p:spPr>
          <a:xfrm>
            <a:off x="551383" y="3392424"/>
            <a:ext cx="5394960" cy="548640"/>
          </a:xfrm>
          <a:prstGeom prst="roundRect">
            <a:avLst>
              <a:gd name="adj" fmla="val 20000"/>
            </a:avLst>
          </a:prstGeom>
          <a:solidFill>
            <a:srgbClr val="FFFFFF"/>
          </a:solidFill>
          <a:ln/>
        </p:spPr>
      </p:sp>
      <p:pic>
        <p:nvPicPr>
          <p:cNvPr id="15" name="Image 4" descr="preencoded.png">    </p:cNvPr>
          <p:cNvPicPr>
            <a:picLocks noChangeAspect="1"/>
          </p:cNvPicPr>
          <p:nvPr/>
        </p:nvPicPr>
        <p:blipFill>
          <a:blip r:embed="rId5"/>
          <a:stretch>
            <a:fillRect/>
          </a:stretch>
        </p:blipFill>
        <p:spPr>
          <a:xfrm>
            <a:off x="688543" y="3529584"/>
            <a:ext cx="274320" cy="274320"/>
          </a:xfrm>
          <a:prstGeom prst="rect">
            <a:avLst/>
          </a:prstGeom>
        </p:spPr>
      </p:pic>
      <p:sp>
        <p:nvSpPr>
          <p:cNvPr id="16" name="Text 9"/>
          <p:cNvSpPr txBox="1"/>
          <p:nvPr/>
        </p:nvSpPr>
        <p:spPr>
          <a:xfrm>
            <a:off x="1054303" y="3392424"/>
            <a:ext cx="4754880" cy="548640"/>
          </a:xfrm>
          <a:prstGeom prst="rect">
            <a:avLst/>
          </a:prstGeom>
          <a:noFill/>
          <a:ln/>
        </p:spPr>
        <p:txBody>
          <a:bodyPr wrap="square" lIns="0" tIns="0" rIns="0" bIns="0" rtlCol="0" anchor="ctr"/>
          <a:lstStyle/>
          <a:p>
            <a:pPr algn="l" indent="0" marL="0">
              <a:buNone/>
            </a:pPr>
            <a:r>
              <a:rPr lang="en-US" altLang="en-US" sz="1400" dirty="0">
                <a:solidFill>
                  <a:schemeClr val="tx1"/>
                </a:solidFill>
                <a:latin typeface="Arial" pitchFamily="34" charset="0"/>
                <a:ea typeface="Arial" pitchFamily="34" charset="-122"/>
                <a:cs typeface="Arial" pitchFamily="34" charset="-120"/>
              </a:rPr>
              <a:t>Created in Microsoft Forms (New Quiz) with a school account</a:t>
            </a:r>
            <a:endParaRPr lang="en-US" sz="1400" dirty="0"/>
          </a:p>
        </p:txBody>
      </p:sp>
      <p:sp>
        <p:nvSpPr>
          <p:cNvPr id="17" name="check-5"/>
          <p:cNvSpPr/>
          <p:nvPr/>
        </p:nvSpPr>
        <p:spPr>
          <a:xfrm>
            <a:off x="551383" y="4050792"/>
            <a:ext cx="5394960" cy="548640"/>
          </a:xfrm>
          <a:prstGeom prst="roundRect">
            <a:avLst>
              <a:gd name="adj" fmla="val 20000"/>
            </a:avLst>
          </a:prstGeom>
          <a:solidFill>
            <a:schemeClr val="bg2"/>
          </a:solidFill>
          <a:ln/>
        </p:spPr>
      </p:sp>
      <p:pic>
        <p:nvPicPr>
          <p:cNvPr id="18" name="Image 5" descr="preencoded.png">    </p:cNvPr>
          <p:cNvPicPr>
            <a:picLocks noChangeAspect="1"/>
          </p:cNvPicPr>
          <p:nvPr/>
        </p:nvPicPr>
        <p:blipFill>
          <a:blip r:embed="rId6"/>
          <a:stretch>
            <a:fillRect/>
          </a:stretch>
        </p:blipFill>
        <p:spPr>
          <a:xfrm>
            <a:off x="688543" y="4187952"/>
            <a:ext cx="274320" cy="274320"/>
          </a:xfrm>
          <a:prstGeom prst="rect">
            <a:avLst/>
          </a:prstGeom>
        </p:spPr>
      </p:pic>
      <p:sp>
        <p:nvSpPr>
          <p:cNvPr id="19" name="Text 11"/>
          <p:cNvSpPr txBox="1"/>
          <p:nvPr/>
        </p:nvSpPr>
        <p:spPr>
          <a:xfrm>
            <a:off x="1054303" y="4050792"/>
            <a:ext cx="4754880" cy="548640"/>
          </a:xfrm>
          <a:prstGeom prst="rect">
            <a:avLst/>
          </a:prstGeom>
          <a:noFill/>
          <a:ln/>
        </p:spPr>
        <p:txBody>
          <a:bodyPr wrap="square" lIns="0" tIns="0" rIns="0" bIns="0" rtlCol="0" anchor="ctr"/>
          <a:lstStyle/>
          <a:p>
            <a:pPr algn="l" indent="0" marL="0">
              <a:buNone/>
            </a:pPr>
            <a:r>
              <a:rPr lang="en-US" altLang="en-US" sz="1400" dirty="0">
                <a:solidFill>
                  <a:schemeClr val="tx1"/>
                </a:solidFill>
                <a:latin typeface="Arial" pitchFamily="34" charset="0"/>
                <a:ea typeface="Arial" pitchFamily="34" charset="-122"/>
                <a:cs typeface="Arial" pitchFamily="34" charset="-120"/>
              </a:rPr>
              <a:t>Access and student identity settings verified</a:t>
            </a:r>
            <a:endParaRPr lang="en-US" sz="1400" dirty="0"/>
          </a:p>
        </p:txBody>
      </p:sp>
      <p:sp>
        <p:nvSpPr>
          <p:cNvPr id="20" name="check-6"/>
          <p:cNvSpPr/>
          <p:nvPr/>
        </p:nvSpPr>
        <p:spPr>
          <a:xfrm>
            <a:off x="551383" y="4709160"/>
            <a:ext cx="5394960" cy="548640"/>
          </a:xfrm>
          <a:prstGeom prst="roundRect">
            <a:avLst>
              <a:gd name="adj" fmla="val 20000"/>
            </a:avLst>
          </a:prstGeom>
          <a:solidFill>
            <a:srgbClr val="FFFFFF"/>
          </a:solidFill>
          <a:ln/>
        </p:spPr>
      </p:sp>
      <p:pic>
        <p:nvPicPr>
          <p:cNvPr id="21" name="Image 6" descr="preencoded.png">    </p:cNvPr>
          <p:cNvPicPr>
            <a:picLocks noChangeAspect="1"/>
          </p:cNvPicPr>
          <p:nvPr/>
        </p:nvPicPr>
        <p:blipFill>
          <a:blip r:embed="rId7"/>
          <a:stretch>
            <a:fillRect/>
          </a:stretch>
        </p:blipFill>
        <p:spPr>
          <a:xfrm>
            <a:off x="688543" y="4846320"/>
            <a:ext cx="274320" cy="274320"/>
          </a:xfrm>
          <a:prstGeom prst="rect">
            <a:avLst/>
          </a:prstGeom>
        </p:spPr>
      </p:pic>
      <p:sp>
        <p:nvSpPr>
          <p:cNvPr id="22" name="Text 13"/>
          <p:cNvSpPr txBox="1"/>
          <p:nvPr/>
        </p:nvSpPr>
        <p:spPr>
          <a:xfrm>
            <a:off x="1054303" y="4709160"/>
            <a:ext cx="4754880" cy="548640"/>
          </a:xfrm>
          <a:prstGeom prst="rect">
            <a:avLst/>
          </a:prstGeom>
          <a:noFill/>
          <a:ln/>
        </p:spPr>
        <p:txBody>
          <a:bodyPr wrap="square" lIns="0" tIns="0" rIns="0" bIns="0" rtlCol="0" anchor="ctr"/>
          <a:lstStyle/>
          <a:p>
            <a:pPr algn="l" indent="0" marL="0">
              <a:buNone/>
            </a:pPr>
            <a:r>
              <a:rPr lang="en-US" altLang="en-US" sz="1400" dirty="0">
                <a:solidFill>
                  <a:schemeClr val="tx1"/>
                </a:solidFill>
                <a:latin typeface="Arial" pitchFamily="34" charset="0"/>
                <a:ea typeface="Arial" pitchFamily="34" charset="-122"/>
                <a:cs typeface="Arial" pitchFamily="34" charset="-120"/>
              </a:rPr>
              <a:t>Only one response per student</a:t>
            </a:r>
            <a:endParaRPr lang="en-US" sz="1400" dirty="0"/>
          </a:p>
        </p:txBody>
      </p:sp>
      <p:sp>
        <p:nvSpPr>
          <p:cNvPr id="23" name="check-7"/>
          <p:cNvSpPr/>
          <p:nvPr/>
        </p:nvSpPr>
        <p:spPr>
          <a:xfrm>
            <a:off x="551383" y="5367528"/>
            <a:ext cx="5394960" cy="548640"/>
          </a:xfrm>
          <a:prstGeom prst="roundRect">
            <a:avLst>
              <a:gd name="adj" fmla="val 20000"/>
            </a:avLst>
          </a:prstGeom>
          <a:solidFill>
            <a:schemeClr val="bg2"/>
          </a:solidFill>
          <a:ln/>
        </p:spPr>
      </p:sp>
      <p:pic>
        <p:nvPicPr>
          <p:cNvPr id="24" name="Image 7" descr="preencoded.png">    </p:cNvPr>
          <p:cNvPicPr>
            <a:picLocks noChangeAspect="1"/>
          </p:cNvPicPr>
          <p:nvPr/>
        </p:nvPicPr>
        <p:blipFill>
          <a:blip r:embed="rId8"/>
          <a:stretch>
            <a:fillRect/>
          </a:stretch>
        </p:blipFill>
        <p:spPr>
          <a:xfrm>
            <a:off x="688543" y="5504688"/>
            <a:ext cx="274320" cy="274320"/>
          </a:xfrm>
          <a:prstGeom prst="rect">
            <a:avLst/>
          </a:prstGeom>
        </p:spPr>
      </p:pic>
      <p:sp>
        <p:nvSpPr>
          <p:cNvPr id="25" name="Text 15"/>
          <p:cNvSpPr txBox="1"/>
          <p:nvPr/>
        </p:nvSpPr>
        <p:spPr>
          <a:xfrm>
            <a:off x="1054303" y="5367528"/>
            <a:ext cx="4754880" cy="548640"/>
          </a:xfrm>
          <a:prstGeom prst="rect">
            <a:avLst/>
          </a:prstGeom>
          <a:noFill/>
          <a:ln/>
        </p:spPr>
        <p:txBody>
          <a:bodyPr wrap="square" lIns="0" tIns="0" rIns="0" bIns="0" rtlCol="0" anchor="ctr"/>
          <a:lstStyle/>
          <a:p>
            <a:pPr algn="l" indent="0" marL="0">
              <a:buNone/>
            </a:pPr>
            <a:r>
              <a:rPr lang="en-US" altLang="en-US" sz="1400" dirty="0">
                <a:solidFill>
                  <a:schemeClr val="tx1"/>
                </a:solidFill>
                <a:latin typeface="Arial" pitchFamily="34" charset="0"/>
                <a:ea typeface="Arial" pitchFamily="34" charset="-122"/>
                <a:cs typeface="Arial" pitchFamily="34" charset="-120"/>
              </a:rPr>
              <a:t>Start/end dates and duration match the schedule</a:t>
            </a:r>
            <a:endParaRPr lang="en-US" sz="1400" dirty="0"/>
          </a:p>
        </p:txBody>
      </p:sp>
      <p:sp>
        <p:nvSpPr>
          <p:cNvPr id="26" name="check-8"/>
          <p:cNvSpPr/>
          <p:nvPr/>
        </p:nvSpPr>
        <p:spPr>
          <a:xfrm>
            <a:off x="6248095" y="1417320"/>
            <a:ext cx="5394960" cy="548640"/>
          </a:xfrm>
          <a:prstGeom prst="roundRect">
            <a:avLst>
              <a:gd name="adj" fmla="val 20000"/>
            </a:avLst>
          </a:prstGeom>
          <a:solidFill>
            <a:schemeClr val="bg2"/>
          </a:solidFill>
          <a:ln/>
        </p:spPr>
      </p:sp>
      <p:pic>
        <p:nvPicPr>
          <p:cNvPr id="27" name="Image 8" descr="preencoded.png">    </p:cNvPr>
          <p:cNvPicPr>
            <a:picLocks noChangeAspect="1"/>
          </p:cNvPicPr>
          <p:nvPr/>
        </p:nvPicPr>
        <p:blipFill>
          <a:blip r:embed="rId9"/>
          <a:stretch>
            <a:fillRect/>
          </a:stretch>
        </p:blipFill>
        <p:spPr>
          <a:xfrm>
            <a:off x="6385255" y="1554480"/>
            <a:ext cx="274320" cy="274320"/>
          </a:xfrm>
          <a:prstGeom prst="rect">
            <a:avLst/>
          </a:prstGeom>
        </p:spPr>
      </p:pic>
      <p:sp>
        <p:nvSpPr>
          <p:cNvPr id="28" name="Text 17"/>
          <p:cNvSpPr txBox="1"/>
          <p:nvPr/>
        </p:nvSpPr>
        <p:spPr>
          <a:xfrm>
            <a:off x="6751015" y="1417320"/>
            <a:ext cx="4754880" cy="548640"/>
          </a:xfrm>
          <a:prstGeom prst="rect">
            <a:avLst/>
          </a:prstGeom>
          <a:noFill/>
          <a:ln/>
        </p:spPr>
        <p:txBody>
          <a:bodyPr wrap="square" lIns="0" tIns="0" rIns="0" bIns="0" rtlCol="0" anchor="ctr"/>
          <a:lstStyle/>
          <a:p>
            <a:pPr algn="l" indent="0" marL="0">
              <a:buNone/>
            </a:pPr>
            <a:r>
              <a:rPr lang="en-US" altLang="en-US" sz="1400" dirty="0">
                <a:solidFill>
                  <a:schemeClr val="tx1"/>
                </a:solidFill>
                <a:latin typeface="Arial" pitchFamily="34" charset="0"/>
                <a:ea typeface="Arial" pitchFamily="34" charset="-122"/>
                <a:cs typeface="Arial" pitchFamily="34" charset="-120"/>
              </a:rPr>
              <a:t>Immediate release of marks/answers is disabled</a:t>
            </a:r>
            <a:endParaRPr lang="en-US" sz="1400" dirty="0"/>
          </a:p>
        </p:txBody>
      </p:sp>
      <p:sp>
        <p:nvSpPr>
          <p:cNvPr id="29" name="check-9"/>
          <p:cNvSpPr/>
          <p:nvPr/>
        </p:nvSpPr>
        <p:spPr>
          <a:xfrm>
            <a:off x="6248095" y="2075688"/>
            <a:ext cx="5394960" cy="548640"/>
          </a:xfrm>
          <a:prstGeom prst="roundRect">
            <a:avLst>
              <a:gd name="adj" fmla="val 20000"/>
            </a:avLst>
          </a:prstGeom>
          <a:solidFill>
            <a:srgbClr val="FFFFFF"/>
          </a:solidFill>
          <a:ln/>
        </p:spPr>
      </p:sp>
      <p:pic>
        <p:nvPicPr>
          <p:cNvPr id="30" name="Image 9" descr="preencoded.png">    </p:cNvPr>
          <p:cNvPicPr>
            <a:picLocks noChangeAspect="1"/>
          </p:cNvPicPr>
          <p:nvPr/>
        </p:nvPicPr>
        <p:blipFill>
          <a:blip r:embed="rId10"/>
          <a:stretch>
            <a:fillRect/>
          </a:stretch>
        </p:blipFill>
        <p:spPr>
          <a:xfrm>
            <a:off x="6385255" y="2212848"/>
            <a:ext cx="274320" cy="274320"/>
          </a:xfrm>
          <a:prstGeom prst="rect">
            <a:avLst/>
          </a:prstGeom>
        </p:spPr>
      </p:pic>
      <p:sp>
        <p:nvSpPr>
          <p:cNvPr id="31" name="Text 19"/>
          <p:cNvSpPr txBox="1"/>
          <p:nvPr/>
        </p:nvSpPr>
        <p:spPr>
          <a:xfrm>
            <a:off x="6751015" y="2075688"/>
            <a:ext cx="4754880" cy="548640"/>
          </a:xfrm>
          <a:prstGeom prst="rect">
            <a:avLst/>
          </a:prstGeom>
          <a:noFill/>
          <a:ln/>
        </p:spPr>
        <p:txBody>
          <a:bodyPr wrap="square" lIns="0" tIns="0" rIns="0" bIns="0" rtlCol="0" anchor="ctr"/>
          <a:lstStyle/>
          <a:p>
            <a:pPr algn="l" indent="0" marL="0">
              <a:buNone/>
            </a:pPr>
            <a:r>
              <a:rPr lang="en-US" altLang="en-US" sz="1400" dirty="0">
                <a:solidFill>
                  <a:schemeClr val="tx1"/>
                </a:solidFill>
                <a:latin typeface="Arial" pitchFamily="34" charset="0"/>
                <a:ea typeface="Arial" pitchFamily="34" charset="-122"/>
                <a:cs typeface="Arial" pitchFamily="34" charset="-120"/>
              </a:rPr>
              <a:t>Question/option shuffling used appropriately</a:t>
            </a:r>
            <a:endParaRPr lang="en-US" sz="1400" dirty="0"/>
          </a:p>
        </p:txBody>
      </p:sp>
      <p:sp>
        <p:nvSpPr>
          <p:cNvPr id="32" name="check-10"/>
          <p:cNvSpPr/>
          <p:nvPr/>
        </p:nvSpPr>
        <p:spPr>
          <a:xfrm>
            <a:off x="6248095" y="2734056"/>
            <a:ext cx="5394960" cy="548640"/>
          </a:xfrm>
          <a:prstGeom prst="roundRect">
            <a:avLst>
              <a:gd name="adj" fmla="val 20000"/>
            </a:avLst>
          </a:prstGeom>
          <a:solidFill>
            <a:schemeClr val="bg2"/>
          </a:solidFill>
          <a:ln/>
        </p:spPr>
      </p:sp>
      <p:pic>
        <p:nvPicPr>
          <p:cNvPr id="33" name="Image 10" descr="preencoded.png">    </p:cNvPr>
          <p:cNvPicPr>
            <a:picLocks noChangeAspect="1"/>
          </p:cNvPicPr>
          <p:nvPr/>
        </p:nvPicPr>
        <p:blipFill>
          <a:blip r:embed="rId11"/>
          <a:stretch>
            <a:fillRect/>
          </a:stretch>
        </p:blipFill>
        <p:spPr>
          <a:xfrm>
            <a:off x="6385255" y="2871216"/>
            <a:ext cx="274320" cy="274320"/>
          </a:xfrm>
          <a:prstGeom prst="rect">
            <a:avLst/>
          </a:prstGeom>
        </p:spPr>
      </p:pic>
      <p:sp>
        <p:nvSpPr>
          <p:cNvPr id="34" name="Text 21"/>
          <p:cNvSpPr txBox="1"/>
          <p:nvPr/>
        </p:nvSpPr>
        <p:spPr>
          <a:xfrm>
            <a:off x="6751015" y="2734056"/>
            <a:ext cx="4754880" cy="548640"/>
          </a:xfrm>
          <a:prstGeom prst="rect">
            <a:avLst/>
          </a:prstGeom>
          <a:noFill/>
          <a:ln/>
        </p:spPr>
        <p:txBody>
          <a:bodyPr wrap="square" lIns="0" tIns="0" rIns="0" bIns="0" rtlCol="0" anchor="ctr"/>
          <a:lstStyle/>
          <a:p>
            <a:pPr algn="l" indent="0" marL="0">
              <a:buNone/>
            </a:pPr>
            <a:r>
              <a:rPr lang="en-US" altLang="en-US" sz="1400" dirty="0">
                <a:solidFill>
                  <a:schemeClr val="tx1"/>
                </a:solidFill>
                <a:latin typeface="Arial" pitchFamily="34" charset="0"/>
                <a:ea typeface="Arial" pitchFamily="34" charset="-122"/>
                <a:cs typeface="Arial" pitchFamily="34" charset="-120"/>
              </a:rPr>
              <a:t>Images, symbols and diagrams display correctly</a:t>
            </a:r>
            <a:endParaRPr lang="en-US" sz="1400" dirty="0"/>
          </a:p>
        </p:txBody>
      </p:sp>
      <p:sp>
        <p:nvSpPr>
          <p:cNvPr id="35" name="check-11"/>
          <p:cNvSpPr/>
          <p:nvPr/>
        </p:nvSpPr>
        <p:spPr>
          <a:xfrm>
            <a:off x="6248095" y="3392424"/>
            <a:ext cx="5394960" cy="548640"/>
          </a:xfrm>
          <a:prstGeom prst="roundRect">
            <a:avLst>
              <a:gd name="adj" fmla="val 20000"/>
            </a:avLst>
          </a:prstGeom>
          <a:solidFill>
            <a:srgbClr val="FFFFFF"/>
          </a:solidFill>
          <a:ln/>
        </p:spPr>
      </p:sp>
      <p:pic>
        <p:nvPicPr>
          <p:cNvPr id="36" name="Image 11" descr="preencoded.png">    </p:cNvPr>
          <p:cNvPicPr>
            <a:picLocks noChangeAspect="1"/>
          </p:cNvPicPr>
          <p:nvPr/>
        </p:nvPicPr>
        <p:blipFill>
          <a:blip r:embed="rId12"/>
          <a:stretch>
            <a:fillRect/>
          </a:stretch>
        </p:blipFill>
        <p:spPr>
          <a:xfrm>
            <a:off x="6385255" y="3529584"/>
            <a:ext cx="274320" cy="274320"/>
          </a:xfrm>
          <a:prstGeom prst="rect">
            <a:avLst/>
          </a:prstGeom>
        </p:spPr>
      </p:pic>
      <p:sp>
        <p:nvSpPr>
          <p:cNvPr id="37" name="Text 23"/>
          <p:cNvSpPr txBox="1"/>
          <p:nvPr/>
        </p:nvSpPr>
        <p:spPr>
          <a:xfrm>
            <a:off x="6751015" y="3392424"/>
            <a:ext cx="4754880" cy="548640"/>
          </a:xfrm>
          <a:prstGeom prst="rect">
            <a:avLst/>
          </a:prstGeom>
          <a:noFill/>
          <a:ln/>
        </p:spPr>
        <p:txBody>
          <a:bodyPr wrap="square" lIns="0" tIns="0" rIns="0" bIns="0" rtlCol="0" anchor="ctr"/>
          <a:lstStyle/>
          <a:p>
            <a:pPr algn="l" indent="0" marL="0">
              <a:buNone/>
            </a:pPr>
            <a:r>
              <a:rPr lang="en-US" altLang="en-US" sz="1400" dirty="0">
                <a:solidFill>
                  <a:schemeClr val="tx1"/>
                </a:solidFill>
                <a:latin typeface="Arial" pitchFamily="34" charset="0"/>
                <a:ea typeface="Arial" pitchFamily="34" charset="-122"/>
                <a:cs typeface="Arial" pitchFamily="34" charset="-120"/>
              </a:rPr>
              <a:t>Student view and a trial submission checked</a:t>
            </a:r>
            <a:endParaRPr lang="en-US" sz="1400" dirty="0"/>
          </a:p>
        </p:txBody>
      </p:sp>
      <p:sp>
        <p:nvSpPr>
          <p:cNvPr id="38" name="check-12"/>
          <p:cNvSpPr/>
          <p:nvPr/>
        </p:nvSpPr>
        <p:spPr>
          <a:xfrm>
            <a:off x="6248095" y="4050792"/>
            <a:ext cx="5394960" cy="548640"/>
          </a:xfrm>
          <a:prstGeom prst="roundRect">
            <a:avLst>
              <a:gd name="adj" fmla="val 20000"/>
            </a:avLst>
          </a:prstGeom>
          <a:solidFill>
            <a:schemeClr val="bg2"/>
          </a:solidFill>
          <a:ln/>
        </p:spPr>
      </p:sp>
      <p:pic>
        <p:nvPicPr>
          <p:cNvPr id="39" name="Image 12" descr="preencoded.png">    </p:cNvPr>
          <p:cNvPicPr>
            <a:picLocks noChangeAspect="1"/>
          </p:cNvPicPr>
          <p:nvPr/>
        </p:nvPicPr>
        <p:blipFill>
          <a:blip r:embed="rId13"/>
          <a:stretch>
            <a:fillRect/>
          </a:stretch>
        </p:blipFill>
        <p:spPr>
          <a:xfrm>
            <a:off x="6385255" y="4187952"/>
            <a:ext cx="274320" cy="274320"/>
          </a:xfrm>
          <a:prstGeom prst="rect">
            <a:avLst/>
          </a:prstGeom>
        </p:spPr>
      </p:pic>
      <p:sp>
        <p:nvSpPr>
          <p:cNvPr id="40" name="Text 25"/>
          <p:cNvSpPr txBox="1"/>
          <p:nvPr/>
        </p:nvSpPr>
        <p:spPr>
          <a:xfrm>
            <a:off x="6751015" y="4050792"/>
            <a:ext cx="4754880" cy="548640"/>
          </a:xfrm>
          <a:prstGeom prst="rect">
            <a:avLst/>
          </a:prstGeom>
          <a:noFill/>
          <a:ln/>
        </p:spPr>
        <p:txBody>
          <a:bodyPr wrap="square" lIns="0" tIns="0" rIns="0" bIns="0" rtlCol="0" anchor="ctr"/>
          <a:lstStyle/>
          <a:p>
            <a:pPr algn="l" indent="0" marL="0">
              <a:buNone/>
            </a:pPr>
            <a:r>
              <a:rPr lang="en-US" altLang="en-US" sz="1400" dirty="0">
                <a:solidFill>
                  <a:schemeClr val="tx1"/>
                </a:solidFill>
                <a:latin typeface="Arial" pitchFamily="34" charset="0"/>
                <a:ea typeface="Arial" pitchFamily="34" charset="-122"/>
                <a:cs typeface="Arial" pitchFamily="34" charset="-120"/>
              </a:rPr>
              <a:t>Correct response link identified and controlled</a:t>
            </a:r>
            <a:endParaRPr lang="en-US" sz="1400" dirty="0"/>
          </a:p>
        </p:txBody>
      </p:sp>
      <p:sp>
        <p:nvSpPr>
          <p:cNvPr id="41" name="check-13"/>
          <p:cNvSpPr/>
          <p:nvPr/>
        </p:nvSpPr>
        <p:spPr>
          <a:xfrm>
            <a:off x="6248095" y="4709160"/>
            <a:ext cx="5394960" cy="548640"/>
          </a:xfrm>
          <a:prstGeom prst="roundRect">
            <a:avLst>
              <a:gd name="adj" fmla="val 20000"/>
            </a:avLst>
          </a:prstGeom>
          <a:solidFill>
            <a:srgbClr val="FFFFFF"/>
          </a:solidFill>
          <a:ln/>
        </p:spPr>
      </p:sp>
      <p:pic>
        <p:nvPicPr>
          <p:cNvPr id="42" name="Image 13" descr="preencoded.png">    </p:cNvPr>
          <p:cNvPicPr>
            <a:picLocks noChangeAspect="1"/>
          </p:cNvPicPr>
          <p:nvPr/>
        </p:nvPicPr>
        <p:blipFill>
          <a:blip r:embed="rId14"/>
          <a:stretch>
            <a:fillRect/>
          </a:stretch>
        </p:blipFill>
        <p:spPr>
          <a:xfrm>
            <a:off x="6385255" y="4846320"/>
            <a:ext cx="274320" cy="274320"/>
          </a:xfrm>
          <a:prstGeom prst="rect">
            <a:avLst/>
          </a:prstGeom>
        </p:spPr>
      </p:pic>
      <p:sp>
        <p:nvSpPr>
          <p:cNvPr id="43" name="Text 27"/>
          <p:cNvSpPr txBox="1"/>
          <p:nvPr/>
        </p:nvSpPr>
        <p:spPr>
          <a:xfrm>
            <a:off x="6751015" y="4709160"/>
            <a:ext cx="4754880" cy="548640"/>
          </a:xfrm>
          <a:prstGeom prst="rect">
            <a:avLst/>
          </a:prstGeom>
          <a:noFill/>
          <a:ln/>
        </p:spPr>
        <p:txBody>
          <a:bodyPr wrap="square" lIns="0" tIns="0" rIns="0" bIns="0" rtlCol="0" anchor="ctr"/>
          <a:lstStyle/>
          <a:p>
            <a:pPr algn="l" indent="0" marL="0">
              <a:buNone/>
            </a:pPr>
            <a:r>
              <a:rPr lang="en-US" altLang="en-US" sz="1400" dirty="0">
                <a:solidFill>
                  <a:schemeClr val="tx1"/>
                </a:solidFill>
                <a:latin typeface="Arial" pitchFamily="34" charset="0"/>
                <a:ea typeface="Arial" pitchFamily="34" charset="-122"/>
                <a:cs typeface="Arial" pitchFamily="34" charset="-120"/>
              </a:rPr>
              <a:t>Contingencies and approved accommodations ready</a:t>
            </a:r>
            <a:endParaRPr lang="en-US" sz="1400" dirty="0"/>
          </a:p>
        </p:txBody>
      </p:sp>
      <p:sp>
        <p:nvSpPr>
          <p:cNvPr id="44" name="check-14"/>
          <p:cNvSpPr/>
          <p:nvPr/>
        </p:nvSpPr>
        <p:spPr>
          <a:xfrm>
            <a:off x="6248095" y="5367528"/>
            <a:ext cx="5394960" cy="548640"/>
          </a:xfrm>
          <a:prstGeom prst="roundRect">
            <a:avLst>
              <a:gd name="adj" fmla="val 20000"/>
            </a:avLst>
          </a:prstGeom>
          <a:solidFill>
            <a:schemeClr val="bg2"/>
          </a:solidFill>
          <a:ln/>
        </p:spPr>
      </p:sp>
      <p:pic>
        <p:nvPicPr>
          <p:cNvPr id="45" name="Image 14" descr="preencoded.png">    </p:cNvPr>
          <p:cNvPicPr>
            <a:picLocks noChangeAspect="1"/>
          </p:cNvPicPr>
          <p:nvPr/>
        </p:nvPicPr>
        <p:blipFill>
          <a:blip r:embed="rId15"/>
          <a:stretch>
            <a:fillRect/>
          </a:stretch>
        </p:blipFill>
        <p:spPr>
          <a:xfrm>
            <a:off x="6385255" y="5504688"/>
            <a:ext cx="274320" cy="274320"/>
          </a:xfrm>
          <a:prstGeom prst="rect">
            <a:avLst/>
          </a:prstGeom>
        </p:spPr>
      </p:pic>
      <p:sp>
        <p:nvSpPr>
          <p:cNvPr id="46" name="Text 29"/>
          <p:cNvSpPr txBox="1"/>
          <p:nvPr/>
        </p:nvSpPr>
        <p:spPr>
          <a:xfrm>
            <a:off x="6751015" y="5367528"/>
            <a:ext cx="4754880" cy="548640"/>
          </a:xfrm>
          <a:prstGeom prst="rect">
            <a:avLst/>
          </a:prstGeom>
          <a:noFill/>
          <a:ln/>
        </p:spPr>
        <p:txBody>
          <a:bodyPr wrap="square" lIns="0" tIns="0" rIns="0" bIns="0" rtlCol="0" anchor="ctr"/>
          <a:lstStyle/>
          <a:p>
            <a:pPr algn="l" indent="0" marL="0">
              <a:buNone/>
            </a:pPr>
            <a:r>
              <a:rPr lang="en-US" altLang="en-US" sz="1400" dirty="0">
                <a:solidFill>
                  <a:schemeClr val="tx1"/>
                </a:solidFill>
                <a:latin typeface="Arial" pitchFamily="34" charset="0"/>
                <a:ea typeface="Arial" pitchFamily="34" charset="-122"/>
                <a:cs typeface="Arial" pitchFamily="34" charset="-120"/>
              </a:rPr>
              <a:t>Final approval recorded before publication</a:t>
            </a:r>
            <a:endParaRPr lang="en-US" sz="1400" dirty="0"/>
          </a:p>
        </p:txBody>
      </p:sp>
      <p:sp>
        <p:nvSpPr>
          <p:cNvPr id="47" name="Slide Number Placeholder 0"/>
          <p:cNvSpPr>
            <a:spLocks noGrp="1"/>
          </p:cNvSpPr>
          <p:nvPr>
            <p:ph type="sldNum" sz="quarter" idx="4294967295"/>
          </p:nvPr>
        </p:nvSpPr>
        <p:spPr>
          <a:xfrm>
            <a:off x="11201400" y="6419088"/>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6B7A8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51383" y="502920"/>
            <a:ext cx="11091672" cy="731520"/>
          </a:xfrm>
          <a:prstGeom prst="rect">
            <a:avLst/>
          </a:prstGeom>
          <a:noFill/>
          <a:ln/>
        </p:spPr>
        <p:txBody>
          <a:bodyPr wrap="square" lIns="0" tIns="0" rIns="0" bIns="0" rtlCol="0" anchor="ctr"/>
          <a:lstStyle/>
          <a:p>
            <a:pPr algn="l" indent="0" marL="0">
              <a:buNone/>
            </a:pPr>
            <a:r>
              <a:rPr lang="en-US" altLang="en-US" sz="3400" b="1" dirty="0">
                <a:solidFill>
                  <a:schemeClr val="bg1"/>
                </a:solidFill>
                <a:latin typeface="Arial" pitchFamily="34" charset="0"/>
                <a:ea typeface="Arial" pitchFamily="34" charset="-122"/>
                <a:cs typeface="Arial" pitchFamily="34" charset="-120"/>
              </a:rPr>
              <a:t>Key points to remember</a:t>
            </a:r>
            <a:endParaRPr lang="en-US" sz="3400" dirty="0"/>
          </a:p>
        </p:txBody>
      </p:sp>
      <p:sp>
        <p:nvSpPr>
          <p:cNvPr id="3" name="key-1"/>
          <p:cNvSpPr/>
          <p:nvPr/>
        </p:nvSpPr>
        <p:spPr>
          <a:xfrm>
            <a:off x="551383" y="1600200"/>
            <a:ext cx="2057400" cy="2194560"/>
          </a:xfrm>
          <a:prstGeom prst="roundRect">
            <a:avLst>
              <a:gd name="adj" fmla="val 5333"/>
            </a:avLst>
          </a:prstGeom>
          <a:solidFill>
            <a:srgbClr val="FFFFFF">
              <a:alpha val="12000"/>
            </a:srgbClr>
          </a:solidFill>
          <a:ln w="12700">
            <a:solidFill>
              <a:srgbClr val="5FA3A6"/>
            </a:solidFill>
            <a:prstDash val="solid"/>
          </a:ln>
        </p:spPr>
      </p:sp>
      <p:sp>
        <p:nvSpPr>
          <p:cNvPr id="4" name="Shape 2"/>
          <p:cNvSpPr/>
          <p:nvPr/>
        </p:nvSpPr>
        <p:spPr>
          <a:xfrm>
            <a:off x="1282903" y="1783080"/>
            <a:ext cx="594360" cy="594360"/>
          </a:xfrm>
          <a:prstGeom prst="ellipse">
            <a:avLst/>
          </a:prstGeom>
          <a:solidFill>
            <a:schemeClr val="accent2"/>
          </a:solidFill>
          <a:ln/>
        </p:spPr>
      </p:sp>
      <p:pic>
        <p:nvPicPr>
          <p:cNvPr id="5" name="Image 0" descr="preencoded.png">    </p:cNvPr>
          <p:cNvPicPr>
            <a:picLocks noChangeAspect="1"/>
          </p:cNvPicPr>
          <p:nvPr/>
        </p:nvPicPr>
        <p:blipFill>
          <a:blip r:embed="rId1"/>
          <a:stretch>
            <a:fillRect/>
          </a:stretch>
        </p:blipFill>
        <p:spPr>
          <a:xfrm>
            <a:off x="1429207" y="1929384"/>
            <a:ext cx="301752" cy="301752"/>
          </a:xfrm>
          <a:prstGeom prst="rect">
            <a:avLst/>
          </a:prstGeom>
        </p:spPr>
      </p:pic>
      <p:sp>
        <p:nvSpPr>
          <p:cNvPr id="6" name="Text 3"/>
          <p:cNvSpPr txBox="1"/>
          <p:nvPr/>
        </p:nvSpPr>
        <p:spPr>
          <a:xfrm>
            <a:off x="642823" y="2514600"/>
            <a:ext cx="1874520" cy="548640"/>
          </a:xfrm>
          <a:prstGeom prst="rect">
            <a:avLst/>
          </a:prstGeom>
          <a:noFill/>
          <a:ln/>
        </p:spPr>
        <p:txBody>
          <a:bodyPr wrap="square" lIns="0" tIns="0" rIns="0" bIns="0" rtlCol="0" anchor="ctr"/>
          <a:lstStyle/>
          <a:p>
            <a:pPr algn="ctr" indent="0" marL="0">
              <a:buNone/>
            </a:pPr>
            <a:r>
              <a:rPr lang="en-US" altLang="en-US" sz="1900" b="1" dirty="0">
                <a:solidFill>
                  <a:schemeClr val="bg1"/>
                </a:solidFill>
                <a:latin typeface="Arial" pitchFamily="34" charset="0"/>
                <a:ea typeface="Arial" pitchFamily="34" charset="-122"/>
                <a:cs typeface="Arial" pitchFamily="34" charset="-120"/>
              </a:rPr>
              <a:t>New Quiz</a:t>
            </a:r>
            <a:endParaRPr lang="en-US" sz="1900" dirty="0"/>
          </a:p>
        </p:txBody>
      </p:sp>
      <p:sp>
        <p:nvSpPr>
          <p:cNvPr id="7" name="Text 4"/>
          <p:cNvSpPr txBox="1"/>
          <p:nvPr/>
        </p:nvSpPr>
        <p:spPr>
          <a:xfrm>
            <a:off x="642823" y="3108960"/>
            <a:ext cx="1874520" cy="457200"/>
          </a:xfrm>
          <a:prstGeom prst="rect">
            <a:avLst/>
          </a:prstGeom>
          <a:noFill/>
          <a:ln/>
        </p:spPr>
        <p:txBody>
          <a:bodyPr wrap="square" lIns="0" tIns="0" rIns="0" bIns="0" rtlCol="0" anchor="t"/>
          <a:lstStyle/>
          <a:p>
            <a:pPr algn="ctr" indent="0" marL="0">
              <a:buNone/>
            </a:pPr>
            <a:r>
              <a:rPr lang="en-US" altLang="en-US" sz="1400" dirty="0">
                <a:solidFill>
                  <a:srgbClr val="CFE6E6"/>
                </a:solidFill>
                <a:latin typeface="Arial" pitchFamily="34" charset="0"/>
                <a:ea typeface="Arial" pitchFamily="34" charset="-122"/>
                <a:cs typeface="Arial" pitchFamily="34" charset="-120"/>
              </a:rPr>
              <a:t>With a school account</a:t>
            </a:r>
            <a:endParaRPr lang="en-US" sz="1400" dirty="0"/>
          </a:p>
        </p:txBody>
      </p:sp>
      <p:sp>
        <p:nvSpPr>
          <p:cNvPr id="8" name="key-2"/>
          <p:cNvSpPr/>
          <p:nvPr/>
        </p:nvSpPr>
        <p:spPr>
          <a:xfrm>
            <a:off x="2809951" y="1600200"/>
            <a:ext cx="2057400" cy="2194560"/>
          </a:xfrm>
          <a:prstGeom prst="roundRect">
            <a:avLst>
              <a:gd name="adj" fmla="val 5333"/>
            </a:avLst>
          </a:prstGeom>
          <a:solidFill>
            <a:srgbClr val="FFFFFF">
              <a:alpha val="12000"/>
            </a:srgbClr>
          </a:solidFill>
          <a:ln w="12700">
            <a:solidFill>
              <a:srgbClr val="5FA3A6"/>
            </a:solidFill>
            <a:prstDash val="solid"/>
          </a:ln>
        </p:spPr>
      </p:sp>
      <p:sp>
        <p:nvSpPr>
          <p:cNvPr id="9" name="Shape 6"/>
          <p:cNvSpPr/>
          <p:nvPr/>
        </p:nvSpPr>
        <p:spPr>
          <a:xfrm>
            <a:off x="3541471" y="1783080"/>
            <a:ext cx="594360" cy="594360"/>
          </a:xfrm>
          <a:prstGeom prst="ellipse">
            <a:avLst/>
          </a:prstGeom>
          <a:solidFill>
            <a:schemeClr val="accent2"/>
          </a:solidFill>
          <a:ln/>
        </p:spPr>
      </p:sp>
      <p:pic>
        <p:nvPicPr>
          <p:cNvPr id="10" name="Image 1" descr="preencoded.png">    </p:cNvPr>
          <p:cNvPicPr>
            <a:picLocks noChangeAspect="1"/>
          </p:cNvPicPr>
          <p:nvPr/>
        </p:nvPicPr>
        <p:blipFill>
          <a:blip r:embed="rId2"/>
          <a:stretch>
            <a:fillRect/>
          </a:stretch>
        </p:blipFill>
        <p:spPr>
          <a:xfrm>
            <a:off x="3687775" y="1929384"/>
            <a:ext cx="301752" cy="301752"/>
          </a:xfrm>
          <a:prstGeom prst="rect">
            <a:avLst/>
          </a:prstGeom>
        </p:spPr>
      </p:pic>
      <p:sp>
        <p:nvSpPr>
          <p:cNvPr id="11" name="Text 7"/>
          <p:cNvSpPr txBox="1"/>
          <p:nvPr/>
        </p:nvSpPr>
        <p:spPr>
          <a:xfrm>
            <a:off x="2901391" y="2514600"/>
            <a:ext cx="1874520" cy="548640"/>
          </a:xfrm>
          <a:prstGeom prst="rect">
            <a:avLst/>
          </a:prstGeom>
          <a:noFill/>
          <a:ln/>
        </p:spPr>
        <p:txBody>
          <a:bodyPr wrap="square" lIns="0" tIns="0" rIns="0" bIns="0" rtlCol="0" anchor="ctr"/>
          <a:lstStyle/>
          <a:p>
            <a:pPr algn="ctr" indent="0" marL="0">
              <a:buNone/>
            </a:pPr>
            <a:r>
              <a:rPr lang="en-US" altLang="en-US" sz="1900" b="1" dirty="0">
                <a:solidFill>
                  <a:schemeClr val="bg1"/>
                </a:solidFill>
                <a:latin typeface="Arial" pitchFamily="34" charset="0"/>
                <a:ea typeface="Arial" pitchFamily="34" charset="-122"/>
                <a:cs typeface="Arial" pitchFamily="34" charset="-120"/>
              </a:rPr>
              <a:t>50 minutes</a:t>
            </a:r>
            <a:endParaRPr lang="en-US" sz="1900" dirty="0"/>
          </a:p>
        </p:txBody>
      </p:sp>
      <p:sp>
        <p:nvSpPr>
          <p:cNvPr id="12" name="Text 8"/>
          <p:cNvSpPr txBox="1"/>
          <p:nvPr/>
        </p:nvSpPr>
        <p:spPr>
          <a:xfrm>
            <a:off x="2901391" y="3108960"/>
            <a:ext cx="1874520" cy="457200"/>
          </a:xfrm>
          <a:prstGeom prst="rect">
            <a:avLst/>
          </a:prstGeom>
          <a:noFill/>
          <a:ln/>
        </p:spPr>
        <p:txBody>
          <a:bodyPr wrap="square" lIns="0" tIns="0" rIns="0" bIns="0" rtlCol="0" anchor="t"/>
          <a:lstStyle/>
          <a:p>
            <a:pPr algn="ctr" indent="0" marL="0">
              <a:buNone/>
            </a:pPr>
            <a:r>
              <a:rPr lang="en-US" altLang="en-US" sz="1400" dirty="0">
                <a:solidFill>
                  <a:srgbClr val="CFE6E6"/>
                </a:solidFill>
                <a:latin typeface="Arial" pitchFamily="34" charset="0"/>
                <a:ea typeface="Arial" pitchFamily="34" charset="-122"/>
                <a:cs typeface="Arial" pitchFamily="34" charset="-120"/>
              </a:rPr>
              <a:t>Timer duration</a:t>
            </a:r>
            <a:endParaRPr lang="en-US" sz="1400" dirty="0"/>
          </a:p>
        </p:txBody>
      </p:sp>
      <p:sp>
        <p:nvSpPr>
          <p:cNvPr id="13" name="key-3"/>
          <p:cNvSpPr/>
          <p:nvPr/>
        </p:nvSpPr>
        <p:spPr>
          <a:xfrm>
            <a:off x="5068519" y="1600200"/>
            <a:ext cx="2057400" cy="2194560"/>
          </a:xfrm>
          <a:prstGeom prst="roundRect">
            <a:avLst>
              <a:gd name="adj" fmla="val 5333"/>
            </a:avLst>
          </a:prstGeom>
          <a:solidFill>
            <a:srgbClr val="FFFFFF">
              <a:alpha val="12000"/>
            </a:srgbClr>
          </a:solidFill>
          <a:ln w="12700">
            <a:solidFill>
              <a:srgbClr val="5FA3A6"/>
            </a:solidFill>
            <a:prstDash val="solid"/>
          </a:ln>
        </p:spPr>
      </p:sp>
      <p:sp>
        <p:nvSpPr>
          <p:cNvPr id="14" name="Shape 10"/>
          <p:cNvSpPr/>
          <p:nvPr/>
        </p:nvSpPr>
        <p:spPr>
          <a:xfrm>
            <a:off x="5800039" y="1783080"/>
            <a:ext cx="594360" cy="594360"/>
          </a:xfrm>
          <a:prstGeom prst="ellipse">
            <a:avLst/>
          </a:prstGeom>
          <a:solidFill>
            <a:schemeClr val="accent2"/>
          </a:solidFill>
          <a:ln/>
        </p:spPr>
      </p:sp>
      <p:pic>
        <p:nvPicPr>
          <p:cNvPr id="15" name="Image 2" descr="preencoded.png">    </p:cNvPr>
          <p:cNvPicPr>
            <a:picLocks noChangeAspect="1"/>
          </p:cNvPicPr>
          <p:nvPr/>
        </p:nvPicPr>
        <p:blipFill>
          <a:blip r:embed="rId3"/>
          <a:stretch>
            <a:fillRect/>
          </a:stretch>
        </p:blipFill>
        <p:spPr>
          <a:xfrm>
            <a:off x="5946343" y="1929384"/>
            <a:ext cx="301752" cy="301752"/>
          </a:xfrm>
          <a:prstGeom prst="rect">
            <a:avLst/>
          </a:prstGeom>
        </p:spPr>
      </p:pic>
      <p:sp>
        <p:nvSpPr>
          <p:cNvPr id="16" name="Text 11"/>
          <p:cNvSpPr txBox="1"/>
          <p:nvPr/>
        </p:nvSpPr>
        <p:spPr>
          <a:xfrm>
            <a:off x="5159959" y="2514600"/>
            <a:ext cx="1874520" cy="548640"/>
          </a:xfrm>
          <a:prstGeom prst="rect">
            <a:avLst/>
          </a:prstGeom>
          <a:noFill/>
          <a:ln/>
        </p:spPr>
        <p:txBody>
          <a:bodyPr wrap="square" lIns="0" tIns="0" rIns="0" bIns="0" rtlCol="0" anchor="ctr"/>
          <a:lstStyle/>
          <a:p>
            <a:pPr algn="ctr" indent="0" marL="0">
              <a:buNone/>
            </a:pPr>
            <a:r>
              <a:rPr lang="en-US" altLang="en-US" sz="1900" b="1" dirty="0">
                <a:solidFill>
                  <a:srgbClr val="FFFFFF"/>
                </a:solidFill>
                <a:latin typeface="Arial" pitchFamily="34" charset="0"/>
                <a:ea typeface="Arial" pitchFamily="34" charset="-122"/>
                <a:cs typeface="Arial" pitchFamily="34" charset="-120"/>
              </a:rPr>
              <a:t>8:00 – 8:50</a:t>
            </a:r>
            <a:endParaRPr lang="en-US" sz="1900" dirty="0"/>
          </a:p>
        </p:txBody>
      </p:sp>
      <p:sp>
        <p:nvSpPr>
          <p:cNvPr id="17" name="Text 12"/>
          <p:cNvSpPr txBox="1"/>
          <p:nvPr/>
        </p:nvSpPr>
        <p:spPr>
          <a:xfrm>
            <a:off x="5159959" y="3108960"/>
            <a:ext cx="1874520" cy="457200"/>
          </a:xfrm>
          <a:prstGeom prst="rect">
            <a:avLst/>
          </a:prstGeom>
          <a:noFill/>
          <a:ln/>
        </p:spPr>
        <p:txBody>
          <a:bodyPr wrap="square" lIns="0" tIns="0" rIns="0" bIns="0" rtlCol="0" anchor="t"/>
          <a:lstStyle/>
          <a:p>
            <a:pPr algn="ctr" indent="0" marL="0">
              <a:buNone/>
            </a:pPr>
            <a:r>
              <a:rPr lang="en-US" altLang="en-US" sz="1400" dirty="0">
                <a:solidFill>
                  <a:srgbClr val="CFE6E6"/>
                </a:solidFill>
                <a:latin typeface="Arial" pitchFamily="34" charset="0"/>
                <a:ea typeface="Arial" pitchFamily="34" charset="-122"/>
                <a:cs typeface="Arial" pitchFamily="34" charset="-120"/>
              </a:rPr>
              <a:t>Zero Period</a:t>
            </a:r>
            <a:endParaRPr lang="en-US" sz="1400" dirty="0"/>
          </a:p>
        </p:txBody>
      </p:sp>
      <p:sp>
        <p:nvSpPr>
          <p:cNvPr id="18" name="key-4"/>
          <p:cNvSpPr/>
          <p:nvPr/>
        </p:nvSpPr>
        <p:spPr>
          <a:xfrm>
            <a:off x="7327087" y="1600200"/>
            <a:ext cx="2057400" cy="2194560"/>
          </a:xfrm>
          <a:prstGeom prst="roundRect">
            <a:avLst>
              <a:gd name="adj" fmla="val 5333"/>
            </a:avLst>
          </a:prstGeom>
          <a:solidFill>
            <a:srgbClr val="FFFFFF">
              <a:alpha val="12000"/>
            </a:srgbClr>
          </a:solidFill>
          <a:ln w="12700">
            <a:solidFill>
              <a:srgbClr val="5FA3A6"/>
            </a:solidFill>
            <a:prstDash val="solid"/>
          </a:ln>
        </p:spPr>
      </p:sp>
      <p:sp>
        <p:nvSpPr>
          <p:cNvPr id="19" name="Shape 14"/>
          <p:cNvSpPr/>
          <p:nvPr/>
        </p:nvSpPr>
        <p:spPr>
          <a:xfrm>
            <a:off x="8058607" y="1783080"/>
            <a:ext cx="594360" cy="594360"/>
          </a:xfrm>
          <a:prstGeom prst="ellipse">
            <a:avLst/>
          </a:prstGeom>
          <a:solidFill>
            <a:schemeClr val="accent2"/>
          </a:solidFill>
          <a:ln/>
        </p:spPr>
      </p:sp>
      <p:pic>
        <p:nvPicPr>
          <p:cNvPr id="20" name="Image 3" descr="preencoded.png">    </p:cNvPr>
          <p:cNvPicPr>
            <a:picLocks noChangeAspect="1"/>
          </p:cNvPicPr>
          <p:nvPr/>
        </p:nvPicPr>
        <p:blipFill>
          <a:blip r:embed="rId4"/>
          <a:stretch>
            <a:fillRect/>
          </a:stretch>
        </p:blipFill>
        <p:spPr>
          <a:xfrm>
            <a:off x="8204911" y="1929384"/>
            <a:ext cx="301752" cy="301752"/>
          </a:xfrm>
          <a:prstGeom prst="rect">
            <a:avLst/>
          </a:prstGeom>
        </p:spPr>
      </p:pic>
      <p:sp>
        <p:nvSpPr>
          <p:cNvPr id="21" name="Text 15"/>
          <p:cNvSpPr txBox="1"/>
          <p:nvPr/>
        </p:nvSpPr>
        <p:spPr>
          <a:xfrm>
            <a:off x="7418527" y="2514600"/>
            <a:ext cx="1874520" cy="548640"/>
          </a:xfrm>
          <a:prstGeom prst="rect">
            <a:avLst/>
          </a:prstGeom>
          <a:noFill/>
          <a:ln/>
        </p:spPr>
        <p:txBody>
          <a:bodyPr wrap="square" lIns="0" tIns="0" rIns="0" bIns="0" rtlCol="0" anchor="ctr"/>
          <a:lstStyle/>
          <a:p>
            <a:pPr algn="ctr" indent="0" marL="0">
              <a:buNone/>
            </a:pPr>
            <a:r>
              <a:rPr lang="en-US" altLang="en-US" sz="1900" b="1" dirty="0">
                <a:solidFill>
                  <a:schemeClr val="bg1"/>
                </a:solidFill>
                <a:latin typeface="Arial" pitchFamily="34" charset="0"/>
                <a:ea typeface="Arial" pitchFamily="34" charset="-122"/>
                <a:cs typeface="Arial" pitchFamily="34" charset="-120"/>
              </a:rPr>
              <a:t>Results hidden</a:t>
            </a:r>
            <a:endParaRPr lang="en-US" sz="1900" dirty="0"/>
          </a:p>
        </p:txBody>
      </p:sp>
      <p:sp>
        <p:nvSpPr>
          <p:cNvPr id="22" name="Text 16"/>
          <p:cNvSpPr txBox="1"/>
          <p:nvPr/>
        </p:nvSpPr>
        <p:spPr>
          <a:xfrm>
            <a:off x="7418527" y="3108960"/>
            <a:ext cx="1874520" cy="457200"/>
          </a:xfrm>
          <a:prstGeom prst="rect">
            <a:avLst/>
          </a:prstGeom>
          <a:noFill/>
          <a:ln/>
        </p:spPr>
        <p:txBody>
          <a:bodyPr wrap="square" lIns="0" tIns="0" rIns="0" bIns="0" rtlCol="0" anchor="t"/>
          <a:lstStyle/>
          <a:p>
            <a:pPr algn="ctr" indent="0" marL="0">
              <a:buNone/>
            </a:pPr>
            <a:r>
              <a:rPr lang="en-US" altLang="en-US" sz="1400" dirty="0">
                <a:solidFill>
                  <a:srgbClr val="CFE6E6"/>
                </a:solidFill>
                <a:latin typeface="Arial" pitchFamily="34" charset="0"/>
                <a:ea typeface="Arial" pitchFamily="34" charset="-122"/>
                <a:cs typeface="Arial" pitchFamily="34" charset="-120"/>
              </a:rPr>
              <a:t>Show results: OFF</a:t>
            </a:r>
            <a:endParaRPr lang="en-US" sz="1400" dirty="0"/>
          </a:p>
        </p:txBody>
      </p:sp>
      <p:sp>
        <p:nvSpPr>
          <p:cNvPr id="23" name="key-5"/>
          <p:cNvSpPr/>
          <p:nvPr/>
        </p:nvSpPr>
        <p:spPr>
          <a:xfrm>
            <a:off x="9585655" y="1600200"/>
            <a:ext cx="2057400" cy="2194560"/>
          </a:xfrm>
          <a:prstGeom prst="roundRect">
            <a:avLst>
              <a:gd name="adj" fmla="val 5333"/>
            </a:avLst>
          </a:prstGeom>
          <a:solidFill>
            <a:srgbClr val="FFFFFF">
              <a:alpha val="12000"/>
            </a:srgbClr>
          </a:solidFill>
          <a:ln w="12700">
            <a:solidFill>
              <a:srgbClr val="5FA3A6"/>
            </a:solidFill>
            <a:prstDash val="solid"/>
          </a:ln>
        </p:spPr>
      </p:sp>
      <p:sp>
        <p:nvSpPr>
          <p:cNvPr id="24" name="Shape 18"/>
          <p:cNvSpPr/>
          <p:nvPr/>
        </p:nvSpPr>
        <p:spPr>
          <a:xfrm>
            <a:off x="10317175" y="1783080"/>
            <a:ext cx="594360" cy="594360"/>
          </a:xfrm>
          <a:prstGeom prst="ellipse">
            <a:avLst/>
          </a:prstGeom>
          <a:solidFill>
            <a:schemeClr val="accent2"/>
          </a:solidFill>
          <a:ln/>
        </p:spPr>
      </p:sp>
      <p:pic>
        <p:nvPicPr>
          <p:cNvPr id="25" name="Image 4" descr="preencoded.png">    </p:cNvPr>
          <p:cNvPicPr>
            <a:picLocks noChangeAspect="1"/>
          </p:cNvPicPr>
          <p:nvPr/>
        </p:nvPicPr>
        <p:blipFill>
          <a:blip r:embed="rId5"/>
          <a:stretch>
            <a:fillRect/>
          </a:stretch>
        </p:blipFill>
        <p:spPr>
          <a:xfrm>
            <a:off x="10463479" y="1929384"/>
            <a:ext cx="301752" cy="301752"/>
          </a:xfrm>
          <a:prstGeom prst="rect">
            <a:avLst/>
          </a:prstGeom>
        </p:spPr>
      </p:pic>
      <p:sp>
        <p:nvSpPr>
          <p:cNvPr id="26" name="Text 19"/>
          <p:cNvSpPr txBox="1"/>
          <p:nvPr/>
        </p:nvSpPr>
        <p:spPr>
          <a:xfrm>
            <a:off x="9677095" y="2514600"/>
            <a:ext cx="1874520" cy="548640"/>
          </a:xfrm>
          <a:prstGeom prst="rect">
            <a:avLst/>
          </a:prstGeom>
          <a:noFill/>
          <a:ln/>
        </p:spPr>
        <p:txBody>
          <a:bodyPr wrap="square" lIns="0" tIns="0" rIns="0" bIns="0" rtlCol="0" anchor="ctr"/>
          <a:lstStyle/>
          <a:p>
            <a:pPr algn="ctr" indent="0" marL="0">
              <a:buNone/>
            </a:pPr>
            <a:r>
              <a:rPr lang="en-US" altLang="en-US" sz="1900" b="1" dirty="0">
                <a:solidFill>
                  <a:schemeClr val="bg1"/>
                </a:solidFill>
                <a:latin typeface="Arial" pitchFamily="34" charset="0"/>
                <a:ea typeface="Arial" pitchFamily="34" charset="-122"/>
                <a:cs typeface="Arial" pitchFamily="34" charset="-120"/>
              </a:rPr>
              <a:t>HoD approval</a:t>
            </a:r>
            <a:endParaRPr lang="en-US" sz="1900" dirty="0"/>
          </a:p>
        </p:txBody>
      </p:sp>
      <p:sp>
        <p:nvSpPr>
          <p:cNvPr id="27" name="Text 20"/>
          <p:cNvSpPr txBox="1"/>
          <p:nvPr/>
        </p:nvSpPr>
        <p:spPr>
          <a:xfrm>
            <a:off x="9677095" y="3108960"/>
            <a:ext cx="1874520" cy="457200"/>
          </a:xfrm>
          <a:prstGeom prst="rect">
            <a:avLst/>
          </a:prstGeom>
          <a:noFill/>
          <a:ln/>
        </p:spPr>
        <p:txBody>
          <a:bodyPr wrap="square" lIns="0" tIns="0" rIns="0" bIns="0" rtlCol="0" anchor="t"/>
          <a:lstStyle/>
          <a:p>
            <a:pPr algn="ctr" indent="0" marL="0">
              <a:buNone/>
            </a:pPr>
            <a:r>
              <a:rPr lang="en-US" altLang="en-US" sz="1400" dirty="0">
                <a:solidFill>
                  <a:srgbClr val="CFE6E6"/>
                </a:solidFill>
                <a:latin typeface="Arial" pitchFamily="34" charset="0"/>
                <a:ea typeface="Arial" pitchFamily="34" charset="-122"/>
                <a:cs typeface="Arial" pitchFamily="34" charset="-120"/>
              </a:rPr>
              <a:t>Before release</a:t>
            </a:r>
            <a:endParaRPr lang="en-US" sz="1400" dirty="0"/>
          </a:p>
        </p:txBody>
      </p:sp>
      <p:sp>
        <p:nvSpPr>
          <p:cNvPr id="28" name="Text 21"/>
          <p:cNvSpPr txBox="1"/>
          <p:nvPr/>
        </p:nvSpPr>
        <p:spPr>
          <a:xfrm>
            <a:off x="1465783" y="4160520"/>
            <a:ext cx="9262872" cy="868680"/>
          </a:xfrm>
          <a:prstGeom prst="rect">
            <a:avLst/>
          </a:prstGeom>
          <a:noFill/>
          <a:ln/>
        </p:spPr>
        <p:txBody>
          <a:bodyPr wrap="square" lIns="0" tIns="0" rIns="0" bIns="0" rtlCol="0" anchor="ctr"/>
          <a:lstStyle/>
          <a:p>
            <a:pPr algn="ctr" indent="0" marL="0">
              <a:buNone/>
            </a:pPr>
            <a:r>
              <a:rPr lang="en-US" altLang="en-US" sz="1700" dirty="0">
                <a:solidFill>
                  <a:schemeClr val="bg1"/>
                </a:solidFill>
                <a:latin typeface="Arial" pitchFamily="34" charset="0"/>
                <a:ea typeface="Arial" pitchFamily="34" charset="-122"/>
                <a:cs typeface="Arial" pitchFamily="34" charset="-120"/>
              </a:rPr>
              <a:t>Any concern that could compromise test quality, fairness, accessibility or the integrity of results must be raised with the heads of sections immediately.</a:t>
            </a:r>
            <a:endParaRPr lang="en-US" sz="1700" dirty="0"/>
          </a:p>
        </p:txBody>
      </p:sp>
      <p:sp>
        <p:nvSpPr>
          <p:cNvPr id="29" name="Text 22"/>
          <p:cNvSpPr txBox="1"/>
          <p:nvPr/>
        </p:nvSpPr>
        <p:spPr>
          <a:xfrm>
            <a:off x="551383" y="5257800"/>
            <a:ext cx="11091672" cy="640080"/>
          </a:xfrm>
          <a:prstGeom prst="rect">
            <a:avLst/>
          </a:prstGeom>
          <a:noFill/>
          <a:ln/>
        </p:spPr>
        <p:txBody>
          <a:bodyPr wrap="square" lIns="0" tIns="0" rIns="0" bIns="0" rtlCol="0" anchor="ctr"/>
          <a:lstStyle/>
          <a:p>
            <a:pPr algn="ctr" indent="0" marL="0">
              <a:buNone/>
            </a:pPr>
            <a:r>
              <a:rPr lang="en-US" altLang="en-US" sz="2600" b="1" dirty="0">
                <a:solidFill>
                  <a:schemeClr val="accent2"/>
                </a:solidFill>
                <a:latin typeface="Arial" pitchFamily="34" charset="0"/>
                <a:ea typeface="Arial" pitchFamily="34" charset="-122"/>
                <a:cs typeface="Arial" pitchFamily="34" charset="-120"/>
              </a:rPr>
              <a:t>Thank you, and good luck</a:t>
            </a:r>
            <a:endParaRPr lang="en-US" sz="2600" dirty="0"/>
          </a:p>
        </p:txBody>
      </p:sp>
      <p:sp>
        <p:nvSpPr>
          <p:cNvPr id="30" name="Slide Number Placeholder 0"/>
          <p:cNvSpPr>
            <a:spLocks noGrp="1"/>
          </p:cNvSpPr>
          <p:nvPr>
            <p:ph type="sldNum" sz="quarter" idx="4294967295"/>
          </p:nvPr>
        </p:nvSpPr>
        <p:spPr>
          <a:xfrm>
            <a:off x="11201400" y="6419088"/>
            <a:ext cx="548640" cy="310896"/>
          </a:xfrm>
          <a:prstGeom prst="rect">
            <a:avLst/>
          </a:prstGeom>
          <a:extLst>
            <a:ext uri="{C572A759-6A51-4108-AA02-DFA0A04FC94B}">
              <ma14:wrappingTextBoxFlag xmlns:ma14="http://schemas.microsoft.com/office/mac/drawingml/2011/main" val="0"/>
            </a:ext>
          </a:extLst>
        </p:spPr>
        <p:txBody>
          <a:bodyPr/>
          <a:lstStyle>
            <a:lvl1pPr>
              <a:defRPr sz="1000">
                <a:solidFill>
                  <a:srgbClr val="CFE6E6"/>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Forms Quiz Tutorial">
  <a:themeElements>
    <a:clrScheme name="Forms Quiz Tutorial">
      <a:dk1>
        <a:srgbClr val="1B2A33"/>
      </a:dk1>
      <a:lt1>
        <a:srgbClr val="FFFFFF"/>
      </a:lt1>
      <a:dk2>
        <a:srgbClr val="0B4F52"/>
      </a:dk2>
      <a:lt2>
        <a:srgbClr val="EAF4F4"/>
      </a:lt2>
      <a:accent1>
        <a:srgbClr val="03787C"/>
      </a:accent1>
      <a:accent2>
        <a:srgbClr val="F2A900"/>
      </a:accent2>
      <a:accent3>
        <a:srgbClr val="5B3FD1"/>
      </a:accent3>
      <a:accent4>
        <a:srgbClr val="C0392B"/>
      </a:accent4>
      <a:accent5>
        <a:srgbClr val="2E8B57"/>
      </a:accent5>
      <a:accent6>
        <a:srgbClr val="6B7A85"/>
      </a:accent6>
      <a:hlink>
        <a:srgbClr val="03787C"/>
      </a:hlink>
      <a:folHlink>
        <a:srgbClr val="5B3FD1"/>
      </a:folHlink>
    </a:clrScheme>
    <a:fontScheme name="Forms Quiz Tutoria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Creating the Mid-Semester 1 Test in Microsoft Forms</dc:title>
  <dc:subject>PptxGenJS Presentation</dc:subject>
  <dc:creator>Mr. Ashraf Elbialy</dc:creator>
  <cp:lastModifiedBy>Mr. Ashraf Elbialy</cp:lastModifiedBy>
  <cp:revision>1</cp:revision>
  <dcterms:created xsi:type="dcterms:W3CDTF">2026-10-09T12:10:46Z</dcterms:created>
  <dcterms:modified xsi:type="dcterms:W3CDTF">2026-10-09T12:10:46Z</dcterms:modified>
</cp:coreProperties>
</file>